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6" r:id="rId4"/>
    <p:sldMasterId id="214748373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Inter"/>
      <p:regular r:id="rId16"/>
      <p:bold r:id="rId17"/>
      <p:italic r:id="rId18"/>
      <p:boldItalic r:id="rId19"/>
    </p:embeddedFont>
    <p:embeddedFont>
      <p:font typeface="Plus Jakarta Sans"/>
      <p:regular r:id="rId20"/>
      <p:bold r:id="rId21"/>
      <p:italic r:id="rId22"/>
      <p:boldItalic r:id="rId23"/>
    </p:embeddedFont>
    <p:embeddedFont>
      <p:font typeface="Plus Jakarta Sans Medium"/>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regular.fntdata"/><Relationship Id="rId22" Type="http://schemas.openxmlformats.org/officeDocument/2006/relationships/font" Target="fonts/PlusJakartaSans-italic.fntdata"/><Relationship Id="rId21" Type="http://schemas.openxmlformats.org/officeDocument/2006/relationships/font" Target="fonts/PlusJakartaSans-bold.fntdata"/><Relationship Id="rId24" Type="http://schemas.openxmlformats.org/officeDocument/2006/relationships/font" Target="fonts/PlusJakartaSansMedium-regular.fntdata"/><Relationship Id="rId23" Type="http://schemas.openxmlformats.org/officeDocument/2006/relationships/font" Target="fonts/PlusJakartaSans-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lusJakartaSansMedium-italic.fntdata"/><Relationship Id="rId25" Type="http://schemas.openxmlformats.org/officeDocument/2006/relationships/font" Target="fonts/PlusJakartaSansMedium-bold.fntdata"/><Relationship Id="rId27" Type="http://schemas.openxmlformats.org/officeDocument/2006/relationships/font" Target="fonts/PlusJakartaSans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ter-bold.fntdata"/><Relationship Id="rId16" Type="http://schemas.openxmlformats.org/officeDocument/2006/relationships/font" Target="fonts/Inter-regular.fntdata"/><Relationship Id="rId19" Type="http://schemas.openxmlformats.org/officeDocument/2006/relationships/font" Target="fonts/Inter-boldItalic.fntdata"/><Relationship Id="rId18" Type="http://schemas.openxmlformats.org/officeDocument/2006/relationships/font" Target="fonts/Inter-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a63ede7ac3_0_1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a63ede7ac3_0_1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 computer engineering students, we all know the feeling of staring at a blank IDE or struggling to articulate our thoughts during a technical interview. We built this platform to bridge the gap between solitary practice and the high-pressure environment of a real interview."</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a63ede7ac3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a63ede7ac3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“Tech interviews are nerve-wracking and isolating—you’re on the spot, the stakes feel high, and real feedback rarely comes in time to help. Whether you’re a new grad or a seasoned engineer, you worry about sounding rusty. Practicing alone just bakes in bad habits. We built a safe practice loop with a calm, distraction-free UI/UX—large readable captions, color-coded highlights for fillers or weak phrasing, and accessible controls—so you can immediately see where to tighten your answers and build confidence in a way that feels supportive, not punitive.”</a:t>
            </a:r>
            <a:endParaRPr sz="2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a63ede7ac3_0_1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a63ede7ac3_0_1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“What we built is an AI voice interview coach that feels like a real interviewer and a friendly tutor. It asks role- and JD-aware questions, listens in real time, and immediately shows you what to fix—visually and clearly. The experience is designed for calm focus: big, readable captions, high-contrast, distraction-free layout, and fully keyboard-accessible controls. After each answer, your own words are annotated in-line: soft yellow for fillers, blue underlines for weak phrasing, and gentle red for critical misses, with quick tips on hover/focus. Score tiles highlight confidence, clarity, and knowledge depth, but the transcript is the star—color-coded highlights that pinpoint exactly where to tighten your response. Everything—spacing, color, type, and motion—stays consistent with the warm, minimalist “interview warmup” theme, so the UI guides you without ever getting in the way.”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a63ede7ac3_0_2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a63ede7ac3_0_2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a63ede7ac3_0_1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a63ede7ac3_0_1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a63ede7ac3_0_1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a63ede7ac3_0_1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a63ede7ac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a63ede7ac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a63ede7ac3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a63ede7ac3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6dcc092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a6dcc092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accent5"/>
        </a:solidFill>
      </p:bgPr>
    </p:bg>
    <p:spTree>
      <p:nvGrpSpPr>
        <p:cNvPr id="360" name="Shape 360"/>
        <p:cNvGrpSpPr/>
        <p:nvPr/>
      </p:nvGrpSpPr>
      <p:grpSpPr>
        <a:xfrm>
          <a:off x="0" y="0"/>
          <a:ext cx="0" cy="0"/>
          <a:chOff x="0" y="0"/>
          <a:chExt cx="0" cy="0"/>
        </a:xfrm>
      </p:grpSpPr>
      <p:sp>
        <p:nvSpPr>
          <p:cNvPr id="361" name="Google Shape;361;p48"/>
          <p:cNvSpPr/>
          <p:nvPr/>
        </p:nvSpPr>
        <p:spPr>
          <a:xfrm>
            <a:off x="6849412" y="229900"/>
            <a:ext cx="2068500" cy="20685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362" name="Google Shape;362;p48"/>
          <p:cNvSpPr/>
          <p:nvPr/>
        </p:nvSpPr>
        <p:spPr>
          <a:xfrm>
            <a:off x="228600" y="229900"/>
            <a:ext cx="4349400" cy="4683600"/>
          </a:xfrm>
          <a:prstGeom prst="roundRect">
            <a:avLst>
              <a:gd fmla="val 584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363" name="Google Shape;363;p48"/>
          <p:cNvSpPr/>
          <p:nvPr/>
        </p:nvSpPr>
        <p:spPr>
          <a:xfrm>
            <a:off x="4679587" y="229900"/>
            <a:ext cx="2068500" cy="2068500"/>
          </a:xfrm>
          <a:prstGeom prst="roundRect">
            <a:avLst>
              <a:gd fmla="val 1221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Plus Jakarta Sans"/>
                <a:ea typeface="Plus Jakarta Sans"/>
                <a:cs typeface="Plus Jakarta Sans"/>
                <a:sym typeface="Plus Jakarta Sans"/>
              </a:rPr>
              <a:t> </a:t>
            </a:r>
            <a:endParaRPr>
              <a:solidFill>
                <a:schemeClr val="accent2"/>
              </a:solidFill>
              <a:latin typeface="Plus Jakarta Sans"/>
              <a:ea typeface="Plus Jakarta Sans"/>
              <a:cs typeface="Plus Jakarta Sans"/>
              <a:sym typeface="Plus Jakarta Sans"/>
            </a:endParaRPr>
          </a:p>
        </p:txBody>
      </p:sp>
      <p:sp>
        <p:nvSpPr>
          <p:cNvPr id="364" name="Google Shape;364;p48"/>
          <p:cNvSpPr/>
          <p:nvPr/>
        </p:nvSpPr>
        <p:spPr>
          <a:xfrm>
            <a:off x="4679599" y="2404695"/>
            <a:ext cx="4238400" cy="2508900"/>
          </a:xfrm>
          <a:prstGeom prst="roundRect">
            <a:avLst>
              <a:gd fmla="val 1013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nvGrpSpPr>
          <p:cNvPr id="365" name="Google Shape;365;p48"/>
          <p:cNvGrpSpPr/>
          <p:nvPr/>
        </p:nvGrpSpPr>
        <p:grpSpPr>
          <a:xfrm>
            <a:off x="4524845" y="724771"/>
            <a:ext cx="2377504" cy="1078596"/>
            <a:chOff x="4571989" y="769200"/>
            <a:chExt cx="2320422" cy="1052700"/>
          </a:xfrm>
        </p:grpSpPr>
        <p:sp>
          <p:nvSpPr>
            <p:cNvPr id="366" name="Google Shape;366;p48"/>
            <p:cNvSpPr/>
            <p:nvPr/>
          </p:nvSpPr>
          <p:spPr>
            <a:xfrm>
              <a:off x="5691810"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367" name="Google Shape;367;p48"/>
            <p:cNvSpPr/>
            <p:nvPr/>
          </p:nvSpPr>
          <p:spPr>
            <a:xfrm flipH="1">
              <a:off x="4571989"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grpSp>
      <p:grpSp>
        <p:nvGrpSpPr>
          <p:cNvPr id="368" name="Google Shape;368;p48"/>
          <p:cNvGrpSpPr/>
          <p:nvPr/>
        </p:nvGrpSpPr>
        <p:grpSpPr>
          <a:xfrm>
            <a:off x="7352898" y="762044"/>
            <a:ext cx="1061865" cy="1004215"/>
            <a:chOff x="7312075" y="834700"/>
            <a:chExt cx="1022400" cy="966799"/>
          </a:xfrm>
        </p:grpSpPr>
        <p:sp>
          <p:nvSpPr>
            <p:cNvPr id="369" name="Google Shape;369;p48"/>
            <p:cNvSpPr/>
            <p:nvPr/>
          </p:nvSpPr>
          <p:spPr>
            <a:xfrm>
              <a:off x="7312075" y="834700"/>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sp>
          <p:nvSpPr>
            <p:cNvPr id="370" name="Google Shape;370;p48"/>
            <p:cNvSpPr/>
            <p:nvPr/>
          </p:nvSpPr>
          <p:spPr>
            <a:xfrm>
              <a:off x="7312075" y="1363499"/>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sp>
        <p:nvSpPr>
          <p:cNvPr id="371" name="Google Shape;371;p48"/>
          <p:cNvSpPr txBox="1"/>
          <p:nvPr>
            <p:ph idx="1" type="subTitle"/>
          </p:nvPr>
        </p:nvSpPr>
        <p:spPr>
          <a:xfrm>
            <a:off x="4897375" y="2609925"/>
            <a:ext cx="3679800" cy="4527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372" name="Google Shape;372;p48"/>
          <p:cNvSpPr txBox="1"/>
          <p:nvPr>
            <p:ph type="title"/>
          </p:nvPr>
        </p:nvSpPr>
        <p:spPr>
          <a:xfrm>
            <a:off x="563400" y="3695700"/>
            <a:ext cx="3679800" cy="9384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p:cSld name="BLANK_1_2">
    <p:bg>
      <p:bgPr>
        <a:solidFill>
          <a:schemeClr val="accent5"/>
        </a:solidFill>
      </p:bgPr>
    </p:bg>
    <p:spTree>
      <p:nvGrpSpPr>
        <p:cNvPr id="373" name="Shape 373"/>
        <p:cNvGrpSpPr/>
        <p:nvPr/>
      </p:nvGrpSpPr>
      <p:grpSpPr>
        <a:xfrm>
          <a:off x="0" y="0"/>
          <a:ext cx="0" cy="0"/>
          <a:chOff x="0" y="0"/>
          <a:chExt cx="0" cy="0"/>
        </a:xfrm>
      </p:grpSpPr>
      <p:sp>
        <p:nvSpPr>
          <p:cNvPr id="374" name="Google Shape;374;p49"/>
          <p:cNvSpPr/>
          <p:nvPr/>
        </p:nvSpPr>
        <p:spPr>
          <a:xfrm rot="5400000">
            <a:off x="-285900" y="285900"/>
            <a:ext cx="5143500" cy="4571700"/>
          </a:xfrm>
          <a:prstGeom prst="round2SameRect">
            <a:avLst>
              <a:gd fmla="val 7676"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Inter"/>
              <a:ea typeface="Inter"/>
              <a:cs typeface="Inter"/>
              <a:sym typeface="Inter"/>
            </a:endParaRPr>
          </a:p>
        </p:txBody>
      </p:sp>
      <p:sp>
        <p:nvSpPr>
          <p:cNvPr id="375" name="Google Shape;375;p49"/>
          <p:cNvSpPr txBox="1"/>
          <p:nvPr>
            <p:ph type="title"/>
          </p:nvPr>
        </p:nvSpPr>
        <p:spPr>
          <a:xfrm>
            <a:off x="228600" y="228600"/>
            <a:ext cx="3713100" cy="11082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3">
    <p:spTree>
      <p:nvGrpSpPr>
        <p:cNvPr id="376" name="Shape 376"/>
        <p:cNvGrpSpPr/>
        <p:nvPr/>
      </p:nvGrpSpPr>
      <p:grpSpPr>
        <a:xfrm>
          <a:off x="0" y="0"/>
          <a:ext cx="0" cy="0"/>
          <a:chOff x="0" y="0"/>
          <a:chExt cx="0" cy="0"/>
        </a:xfrm>
      </p:grpSpPr>
      <p:sp>
        <p:nvSpPr>
          <p:cNvPr id="377" name="Google Shape;377;p50"/>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378" name="Google Shape;378;p50"/>
          <p:cNvSpPr txBox="1"/>
          <p:nvPr>
            <p:ph idx="1" type="body"/>
          </p:nvPr>
        </p:nvSpPr>
        <p:spPr>
          <a:xfrm>
            <a:off x="3186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379" name="Google Shape;379;p50"/>
          <p:cNvSpPr txBox="1"/>
          <p:nvPr>
            <p:ph idx="2" type="body"/>
          </p:nvPr>
        </p:nvSpPr>
        <p:spPr>
          <a:xfrm>
            <a:off x="6911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380" name="Google Shape;380;p50"/>
          <p:cNvSpPr txBox="1"/>
          <p:nvPr>
            <p:ph idx="3" type="body"/>
          </p:nvPr>
        </p:nvSpPr>
        <p:spPr>
          <a:xfrm>
            <a:off x="2516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381" name="Google Shape;381;p50"/>
          <p:cNvSpPr txBox="1"/>
          <p:nvPr>
            <p:ph idx="4" type="body"/>
          </p:nvPr>
        </p:nvSpPr>
        <p:spPr>
          <a:xfrm>
            <a:off x="4713588"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382" name="Google Shape;382;p50"/>
          <p:cNvSpPr txBox="1"/>
          <p:nvPr>
            <p:ph idx="5" type="subTitle"/>
          </p:nvPr>
        </p:nvSpPr>
        <p:spPr>
          <a:xfrm>
            <a:off x="381950" y="2393500"/>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83" name="Google Shape;383;p50"/>
          <p:cNvSpPr txBox="1"/>
          <p:nvPr>
            <p:ph idx="6" type="subTitle"/>
          </p:nvPr>
        </p:nvSpPr>
        <p:spPr>
          <a:xfrm>
            <a:off x="2574000" y="2378475"/>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84" name="Google Shape;384;p50"/>
          <p:cNvSpPr txBox="1"/>
          <p:nvPr>
            <p:ph idx="7" type="subTitle"/>
          </p:nvPr>
        </p:nvSpPr>
        <p:spPr>
          <a:xfrm>
            <a:off x="4806538"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85" name="Google Shape;385;p50"/>
          <p:cNvSpPr txBox="1"/>
          <p:nvPr>
            <p:ph idx="8" type="subTitle"/>
          </p:nvPr>
        </p:nvSpPr>
        <p:spPr>
          <a:xfrm>
            <a:off x="7007100"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1_1_2">
    <p:spTree>
      <p:nvGrpSpPr>
        <p:cNvPr id="386" name="Shape 386"/>
        <p:cNvGrpSpPr/>
        <p:nvPr/>
      </p:nvGrpSpPr>
      <p:grpSpPr>
        <a:xfrm>
          <a:off x="0" y="0"/>
          <a:ext cx="0" cy="0"/>
          <a:chOff x="0" y="0"/>
          <a:chExt cx="0" cy="0"/>
        </a:xfrm>
      </p:grpSpPr>
      <p:sp>
        <p:nvSpPr>
          <p:cNvPr id="387" name="Google Shape;387;p51"/>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_1_1_1_1_1_1_1_1">
    <p:spTree>
      <p:nvGrpSpPr>
        <p:cNvPr id="388" name="Shape 388"/>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1">
  <p:cSld name="BLANK_1_1_1_1_1_1_1_1_1_1_3">
    <p:spTree>
      <p:nvGrpSpPr>
        <p:cNvPr id="389" name="Shape 389"/>
        <p:cNvGrpSpPr/>
        <p:nvPr/>
      </p:nvGrpSpPr>
      <p:grpSpPr>
        <a:xfrm>
          <a:off x="0" y="0"/>
          <a:ext cx="0" cy="0"/>
          <a:chOff x="0" y="0"/>
          <a:chExt cx="0" cy="0"/>
        </a:xfrm>
      </p:grpSpPr>
      <p:sp>
        <p:nvSpPr>
          <p:cNvPr id="390" name="Google Shape;390;p53"/>
          <p:cNvSpPr/>
          <p:nvPr/>
        </p:nvSpPr>
        <p:spPr>
          <a:xfrm>
            <a:off x="228600" y="632050"/>
            <a:ext cx="8686800" cy="3539400"/>
          </a:xfrm>
          <a:prstGeom prst="roundRect">
            <a:avLst>
              <a:gd fmla="val 5122"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391" name="Google Shape;391;p53"/>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392" name="Google Shape;392;p53"/>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
        <p:nvSpPr>
          <p:cNvPr id="393" name="Google Shape;393;p53"/>
          <p:cNvSpPr txBox="1"/>
          <p:nvPr>
            <p:ph idx="2" type="body"/>
          </p:nvPr>
        </p:nvSpPr>
        <p:spPr>
          <a:xfrm>
            <a:off x="378975"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394" name="Google Shape;394;p53"/>
          <p:cNvSpPr txBox="1"/>
          <p:nvPr>
            <p:ph idx="3" type="body"/>
          </p:nvPr>
        </p:nvSpPr>
        <p:spPr>
          <a:xfrm>
            <a:off x="4774123"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2">
  <p:cSld name="BLANK_1_1_1_1_1_1_1_1_1_1_3_1">
    <p:spTree>
      <p:nvGrpSpPr>
        <p:cNvPr id="395" name="Shape 395"/>
        <p:cNvGrpSpPr/>
        <p:nvPr/>
      </p:nvGrpSpPr>
      <p:grpSpPr>
        <a:xfrm>
          <a:off x="0" y="0"/>
          <a:ext cx="0" cy="0"/>
          <a:chOff x="0" y="0"/>
          <a:chExt cx="0" cy="0"/>
        </a:xfrm>
      </p:grpSpPr>
      <p:sp>
        <p:nvSpPr>
          <p:cNvPr id="396" name="Google Shape;396;p54"/>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397" name="Google Shape;397;p54"/>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1_1_2">
    <p:spTree>
      <p:nvGrpSpPr>
        <p:cNvPr id="398" name="Shape 398"/>
        <p:cNvGrpSpPr/>
        <p:nvPr/>
      </p:nvGrpSpPr>
      <p:grpSpPr>
        <a:xfrm>
          <a:off x="0" y="0"/>
          <a:ext cx="0" cy="0"/>
          <a:chOff x="0" y="0"/>
          <a:chExt cx="0" cy="0"/>
        </a:xfrm>
      </p:grpSpPr>
      <p:sp>
        <p:nvSpPr>
          <p:cNvPr id="399" name="Google Shape;399;p55"/>
          <p:cNvSpPr txBox="1"/>
          <p:nvPr>
            <p:ph idx="1" type="subTitle"/>
          </p:nvPr>
        </p:nvSpPr>
        <p:spPr>
          <a:xfrm>
            <a:off x="927475" y="12697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400" name="Google Shape;400;p55"/>
          <p:cNvSpPr txBox="1"/>
          <p:nvPr>
            <p:ph idx="2" type="subTitle"/>
          </p:nvPr>
        </p:nvSpPr>
        <p:spPr>
          <a:xfrm>
            <a:off x="927475" y="20731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401" name="Google Shape;401;p55"/>
          <p:cNvSpPr txBox="1"/>
          <p:nvPr>
            <p:ph idx="3" type="subTitle"/>
          </p:nvPr>
        </p:nvSpPr>
        <p:spPr>
          <a:xfrm>
            <a:off x="927475" y="28913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402" name="Google Shape;402;p55"/>
          <p:cNvSpPr txBox="1"/>
          <p:nvPr>
            <p:ph idx="4" type="subTitle"/>
          </p:nvPr>
        </p:nvSpPr>
        <p:spPr>
          <a:xfrm>
            <a:off x="927475" y="36926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403" name="Google Shape;403;p55"/>
          <p:cNvSpPr txBox="1"/>
          <p:nvPr>
            <p:ph idx="5" type="subTitle"/>
          </p:nvPr>
        </p:nvSpPr>
        <p:spPr>
          <a:xfrm>
            <a:off x="228600" y="12697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9pPr>
          </a:lstStyle>
          <a:p/>
        </p:txBody>
      </p:sp>
      <p:sp>
        <p:nvSpPr>
          <p:cNvPr id="404" name="Google Shape;404;p55"/>
          <p:cNvSpPr txBox="1"/>
          <p:nvPr>
            <p:ph idx="6" type="subTitle"/>
          </p:nvPr>
        </p:nvSpPr>
        <p:spPr>
          <a:xfrm>
            <a:off x="228600" y="20731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405" name="Google Shape;405;p55"/>
          <p:cNvSpPr txBox="1"/>
          <p:nvPr>
            <p:ph idx="7" type="subTitle"/>
          </p:nvPr>
        </p:nvSpPr>
        <p:spPr>
          <a:xfrm>
            <a:off x="228600" y="28913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406" name="Google Shape;406;p55"/>
          <p:cNvSpPr txBox="1"/>
          <p:nvPr>
            <p:ph idx="8" type="subTitle"/>
          </p:nvPr>
        </p:nvSpPr>
        <p:spPr>
          <a:xfrm>
            <a:off x="228600" y="36926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deas">
  <p:cSld name="BLANK_1_1_1_1_1_1_1_1_1_1_1_1_1_2">
    <p:spTree>
      <p:nvGrpSpPr>
        <p:cNvPr id="407" name="Shape 407"/>
        <p:cNvGrpSpPr/>
        <p:nvPr/>
      </p:nvGrpSpPr>
      <p:grpSpPr>
        <a:xfrm>
          <a:off x="0" y="0"/>
          <a:ext cx="0" cy="0"/>
          <a:chOff x="0" y="0"/>
          <a:chExt cx="0" cy="0"/>
        </a:xfrm>
      </p:grpSpPr>
      <p:sp>
        <p:nvSpPr>
          <p:cNvPr id="408" name="Google Shape;408;p56"/>
          <p:cNvSpPr txBox="1"/>
          <p:nvPr>
            <p:ph type="title"/>
          </p:nvPr>
        </p:nvSpPr>
        <p:spPr>
          <a:xfrm>
            <a:off x="228300" y="9219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409" name="Google Shape;409;p56"/>
          <p:cNvSpPr txBox="1"/>
          <p:nvPr>
            <p:ph idx="2" type="title"/>
          </p:nvPr>
        </p:nvSpPr>
        <p:spPr>
          <a:xfrm>
            <a:off x="4788000" y="9173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410" name="Google Shape;410;p56"/>
          <p:cNvSpPr txBox="1"/>
          <p:nvPr>
            <p:ph idx="1" type="body"/>
          </p:nvPr>
        </p:nvSpPr>
        <p:spPr>
          <a:xfrm>
            <a:off x="228600" y="1345400"/>
            <a:ext cx="4134300" cy="1104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11" name="Google Shape;411;p56"/>
          <p:cNvSpPr txBox="1"/>
          <p:nvPr>
            <p:ph idx="3" type="body"/>
          </p:nvPr>
        </p:nvSpPr>
        <p:spPr>
          <a:xfrm>
            <a:off x="4781100" y="1345400"/>
            <a:ext cx="4134300" cy="1104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12" name="Google Shape;412;p56"/>
          <p:cNvSpPr txBox="1"/>
          <p:nvPr>
            <p:ph idx="4" type="subTitle"/>
          </p:nvPr>
        </p:nvSpPr>
        <p:spPr>
          <a:xfrm>
            <a:off x="5058000" y="3305850"/>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413" name="Google Shape;413;p56"/>
          <p:cNvSpPr txBox="1"/>
          <p:nvPr>
            <p:ph idx="5" type="body"/>
          </p:nvPr>
        </p:nvSpPr>
        <p:spPr>
          <a:xfrm>
            <a:off x="5058000" y="3595225"/>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14" name="Google Shape;414;p56"/>
          <p:cNvSpPr txBox="1"/>
          <p:nvPr>
            <p:ph idx="6" type="subTitle"/>
          </p:nvPr>
        </p:nvSpPr>
        <p:spPr>
          <a:xfrm>
            <a:off x="2438171" y="3305838"/>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415" name="Google Shape;415;p56"/>
          <p:cNvSpPr txBox="1"/>
          <p:nvPr>
            <p:ph idx="7" type="body"/>
          </p:nvPr>
        </p:nvSpPr>
        <p:spPr>
          <a:xfrm>
            <a:off x="2438171" y="3595213"/>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16" name="Google Shape;416;p56"/>
          <p:cNvSpPr/>
          <p:nvPr>
            <p:ph idx="8" type="pic"/>
          </p:nvPr>
        </p:nvSpPr>
        <p:spPr>
          <a:xfrm>
            <a:off x="0" y="3029625"/>
            <a:ext cx="2178300" cy="1895700"/>
          </a:xfrm>
          <a:prstGeom prst="rect">
            <a:avLst/>
          </a:prstGeom>
          <a:noFill/>
          <a:ln>
            <a:noFill/>
          </a:ln>
        </p:spPr>
      </p:sp>
      <p:sp>
        <p:nvSpPr>
          <p:cNvPr id="417" name="Google Shape;417;p56"/>
          <p:cNvSpPr/>
          <p:nvPr>
            <p:ph idx="9" type="pic"/>
          </p:nvPr>
        </p:nvSpPr>
        <p:spPr>
          <a:xfrm>
            <a:off x="6965700" y="3010075"/>
            <a:ext cx="2178300" cy="189570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idea">
  <p:cSld name="BLANK_1_1_1_1_1_1_1_1_1_1_1_1_1_2_1">
    <p:spTree>
      <p:nvGrpSpPr>
        <p:cNvPr id="418" name="Shape 418"/>
        <p:cNvGrpSpPr/>
        <p:nvPr/>
      </p:nvGrpSpPr>
      <p:grpSpPr>
        <a:xfrm>
          <a:off x="0" y="0"/>
          <a:ext cx="0" cy="0"/>
          <a:chOff x="0" y="0"/>
          <a:chExt cx="0" cy="0"/>
        </a:xfrm>
      </p:grpSpPr>
      <p:sp>
        <p:nvSpPr>
          <p:cNvPr id="419" name="Google Shape;419;p57"/>
          <p:cNvSpPr/>
          <p:nvPr/>
        </p:nvSpPr>
        <p:spPr>
          <a:xfrm>
            <a:off x="0" y="3149700"/>
            <a:ext cx="5322300" cy="1993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420" name="Google Shape;420;p57"/>
          <p:cNvSpPr txBox="1"/>
          <p:nvPr>
            <p:ph type="title"/>
          </p:nvPr>
        </p:nvSpPr>
        <p:spPr>
          <a:xfrm>
            <a:off x="228600" y="191575"/>
            <a:ext cx="4285800" cy="393600"/>
          </a:xfrm>
          <a:prstGeom prst="rect">
            <a:avLst/>
          </a:prstGeom>
        </p:spPr>
        <p:txBody>
          <a:bodyPr anchorCtr="0" anchor="t" bIns="0" lIns="0" spcFirstLastPara="1" rIns="0" wrap="square" tIns="0">
            <a:spAutoFit/>
          </a:bodyPr>
          <a:lstStyle>
            <a:lvl1pPr lvl="0">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9pPr>
          </a:lstStyle>
          <a:p/>
        </p:txBody>
      </p:sp>
      <p:sp>
        <p:nvSpPr>
          <p:cNvPr id="421" name="Google Shape;421;p57"/>
          <p:cNvSpPr txBox="1"/>
          <p:nvPr>
            <p:ph idx="1" type="body"/>
          </p:nvPr>
        </p:nvSpPr>
        <p:spPr>
          <a:xfrm>
            <a:off x="228600" y="1317900"/>
            <a:ext cx="4285800" cy="9645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22" name="Google Shape;422;p57"/>
          <p:cNvSpPr txBox="1"/>
          <p:nvPr>
            <p:ph idx="2" type="subTitle"/>
          </p:nvPr>
        </p:nvSpPr>
        <p:spPr>
          <a:xfrm>
            <a:off x="2286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423" name="Google Shape;423;p57"/>
          <p:cNvSpPr txBox="1"/>
          <p:nvPr>
            <p:ph idx="3" type="body"/>
          </p:nvPr>
        </p:nvSpPr>
        <p:spPr>
          <a:xfrm>
            <a:off x="2286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24" name="Google Shape;424;p57"/>
          <p:cNvSpPr txBox="1"/>
          <p:nvPr>
            <p:ph idx="4" type="subTitle"/>
          </p:nvPr>
        </p:nvSpPr>
        <p:spPr>
          <a:xfrm>
            <a:off x="25575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425" name="Google Shape;425;p57"/>
          <p:cNvSpPr txBox="1"/>
          <p:nvPr>
            <p:ph idx="5" type="body"/>
          </p:nvPr>
        </p:nvSpPr>
        <p:spPr>
          <a:xfrm>
            <a:off x="25575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26" name="Google Shape;426;p57"/>
          <p:cNvSpPr/>
          <p:nvPr>
            <p:ph idx="6" type="pic"/>
          </p:nvPr>
        </p:nvSpPr>
        <p:spPr>
          <a:xfrm rot="-5400000">
            <a:off x="4491900" y="497850"/>
            <a:ext cx="5156400" cy="4147800"/>
          </a:xfrm>
          <a:prstGeom prst="round2SameRect">
            <a:avLst>
              <a:gd fmla="val 8254" name="adj1"/>
              <a:gd fmla="val 0" name="adj2"/>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BLANK_1_1_1_1_1_1_1_1_1_1_1_1_1_1_1_1_1_1_1_1_1">
    <p:spTree>
      <p:nvGrpSpPr>
        <p:cNvPr id="427" name="Shape 427"/>
        <p:cNvGrpSpPr/>
        <p:nvPr/>
      </p:nvGrpSpPr>
      <p:grpSpPr>
        <a:xfrm>
          <a:off x="0" y="0"/>
          <a:ext cx="0" cy="0"/>
          <a:chOff x="0" y="0"/>
          <a:chExt cx="0" cy="0"/>
        </a:xfrm>
      </p:grpSpPr>
      <p:sp>
        <p:nvSpPr>
          <p:cNvPr id="428" name="Google Shape;428;p58"/>
          <p:cNvSpPr/>
          <p:nvPr>
            <p:ph idx="2" type="pic"/>
          </p:nvPr>
        </p:nvSpPr>
        <p:spPr>
          <a:xfrm>
            <a:off x="228650" y="2813125"/>
            <a:ext cx="8018700" cy="2099100"/>
          </a:xfrm>
          <a:prstGeom prst="roundRect">
            <a:avLst>
              <a:gd fmla="val 7988" name="adj"/>
            </a:avLst>
          </a:prstGeom>
          <a:noFill/>
          <a:ln>
            <a:noFill/>
          </a:ln>
        </p:spPr>
      </p:sp>
      <p:sp>
        <p:nvSpPr>
          <p:cNvPr id="429" name="Google Shape;429;p58"/>
          <p:cNvSpPr txBox="1"/>
          <p:nvPr>
            <p:ph idx="1" type="subTitle"/>
          </p:nvPr>
        </p:nvSpPr>
        <p:spPr>
          <a:xfrm>
            <a:off x="228600" y="947332"/>
            <a:ext cx="6480300" cy="5958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
        <p:nvSpPr>
          <p:cNvPr id="430" name="Google Shape;430;p58"/>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1">
  <p:cSld name="BLANK_1_1_1_1_1_1_1_1_1_1_1_1_1_1_1_1_1_1_1_1_1_1">
    <p:spTree>
      <p:nvGrpSpPr>
        <p:cNvPr id="431" name="Shape 431"/>
        <p:cNvGrpSpPr/>
        <p:nvPr/>
      </p:nvGrpSpPr>
      <p:grpSpPr>
        <a:xfrm>
          <a:off x="0" y="0"/>
          <a:ext cx="0" cy="0"/>
          <a:chOff x="0" y="0"/>
          <a:chExt cx="0" cy="0"/>
        </a:xfrm>
      </p:grpSpPr>
      <p:sp>
        <p:nvSpPr>
          <p:cNvPr id="432" name="Google Shape;432;p59"/>
          <p:cNvSpPr/>
          <p:nvPr>
            <p:ph idx="2" type="pic"/>
          </p:nvPr>
        </p:nvSpPr>
        <p:spPr>
          <a:xfrm>
            <a:off x="354750" y="1034550"/>
            <a:ext cx="1833000" cy="1833000"/>
          </a:xfrm>
          <a:prstGeom prst="roundRect">
            <a:avLst>
              <a:gd fmla="val 8703" name="adj"/>
            </a:avLst>
          </a:prstGeom>
          <a:noFill/>
          <a:ln>
            <a:noFill/>
          </a:ln>
        </p:spPr>
      </p:sp>
      <p:sp>
        <p:nvSpPr>
          <p:cNvPr id="433" name="Google Shape;433;p59"/>
          <p:cNvSpPr/>
          <p:nvPr>
            <p:ph idx="3" type="pic"/>
          </p:nvPr>
        </p:nvSpPr>
        <p:spPr>
          <a:xfrm>
            <a:off x="2555250" y="1034550"/>
            <a:ext cx="1833000" cy="1833000"/>
          </a:xfrm>
          <a:prstGeom prst="roundRect">
            <a:avLst>
              <a:gd fmla="val 8703" name="adj"/>
            </a:avLst>
          </a:prstGeom>
          <a:noFill/>
          <a:ln>
            <a:noFill/>
          </a:ln>
        </p:spPr>
      </p:sp>
      <p:sp>
        <p:nvSpPr>
          <p:cNvPr id="434" name="Google Shape;434;p59"/>
          <p:cNvSpPr/>
          <p:nvPr>
            <p:ph idx="4" type="pic"/>
          </p:nvPr>
        </p:nvSpPr>
        <p:spPr>
          <a:xfrm>
            <a:off x="4755750" y="1034550"/>
            <a:ext cx="1833000" cy="1833000"/>
          </a:xfrm>
          <a:prstGeom prst="roundRect">
            <a:avLst>
              <a:gd fmla="val 8703" name="adj"/>
            </a:avLst>
          </a:prstGeom>
          <a:noFill/>
          <a:ln>
            <a:noFill/>
          </a:ln>
        </p:spPr>
      </p:sp>
      <p:sp>
        <p:nvSpPr>
          <p:cNvPr id="435" name="Google Shape;435;p59"/>
          <p:cNvSpPr/>
          <p:nvPr>
            <p:ph idx="5" type="pic"/>
          </p:nvPr>
        </p:nvSpPr>
        <p:spPr>
          <a:xfrm>
            <a:off x="6956250" y="1034550"/>
            <a:ext cx="1833000" cy="1833000"/>
          </a:xfrm>
          <a:prstGeom prst="roundRect">
            <a:avLst>
              <a:gd fmla="val 8703" name="adj"/>
            </a:avLst>
          </a:prstGeom>
          <a:noFill/>
          <a:ln>
            <a:noFill/>
          </a:ln>
        </p:spPr>
      </p:sp>
      <p:sp>
        <p:nvSpPr>
          <p:cNvPr id="436" name="Google Shape;436;p59"/>
          <p:cNvSpPr txBox="1"/>
          <p:nvPr>
            <p:ph idx="1" type="subTitle"/>
          </p:nvPr>
        </p:nvSpPr>
        <p:spPr>
          <a:xfrm>
            <a:off x="399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437" name="Google Shape;437;p59"/>
          <p:cNvSpPr txBox="1"/>
          <p:nvPr>
            <p:ph idx="6" type="subTitle"/>
          </p:nvPr>
        </p:nvSpPr>
        <p:spPr>
          <a:xfrm>
            <a:off x="399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38" name="Google Shape;438;p59"/>
          <p:cNvSpPr txBox="1"/>
          <p:nvPr>
            <p:ph idx="7" type="body"/>
          </p:nvPr>
        </p:nvSpPr>
        <p:spPr>
          <a:xfrm>
            <a:off x="399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39" name="Google Shape;439;p59"/>
          <p:cNvSpPr txBox="1"/>
          <p:nvPr>
            <p:ph idx="8" type="subTitle"/>
          </p:nvPr>
        </p:nvSpPr>
        <p:spPr>
          <a:xfrm>
            <a:off x="2600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440" name="Google Shape;440;p59"/>
          <p:cNvSpPr txBox="1"/>
          <p:nvPr>
            <p:ph idx="9" type="subTitle"/>
          </p:nvPr>
        </p:nvSpPr>
        <p:spPr>
          <a:xfrm>
            <a:off x="2600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41" name="Google Shape;441;p59"/>
          <p:cNvSpPr txBox="1"/>
          <p:nvPr>
            <p:ph idx="13" type="body"/>
          </p:nvPr>
        </p:nvSpPr>
        <p:spPr>
          <a:xfrm>
            <a:off x="2600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42" name="Google Shape;442;p59"/>
          <p:cNvSpPr txBox="1"/>
          <p:nvPr>
            <p:ph idx="14" type="subTitle"/>
          </p:nvPr>
        </p:nvSpPr>
        <p:spPr>
          <a:xfrm>
            <a:off x="4800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443" name="Google Shape;443;p59"/>
          <p:cNvSpPr txBox="1"/>
          <p:nvPr>
            <p:ph idx="15" type="subTitle"/>
          </p:nvPr>
        </p:nvSpPr>
        <p:spPr>
          <a:xfrm>
            <a:off x="4800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44" name="Google Shape;444;p59"/>
          <p:cNvSpPr txBox="1"/>
          <p:nvPr>
            <p:ph idx="16" type="body"/>
          </p:nvPr>
        </p:nvSpPr>
        <p:spPr>
          <a:xfrm>
            <a:off x="4800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45" name="Google Shape;445;p59"/>
          <p:cNvSpPr txBox="1"/>
          <p:nvPr>
            <p:ph idx="17" type="subTitle"/>
          </p:nvPr>
        </p:nvSpPr>
        <p:spPr>
          <a:xfrm>
            <a:off x="7001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446" name="Google Shape;446;p59"/>
          <p:cNvSpPr txBox="1"/>
          <p:nvPr>
            <p:ph idx="18" type="subTitle"/>
          </p:nvPr>
        </p:nvSpPr>
        <p:spPr>
          <a:xfrm>
            <a:off x="7001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47" name="Google Shape;447;p59"/>
          <p:cNvSpPr txBox="1"/>
          <p:nvPr>
            <p:ph idx="19" type="body"/>
          </p:nvPr>
        </p:nvSpPr>
        <p:spPr>
          <a:xfrm>
            <a:off x="7001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2">
  <p:cSld name="BLANK_1_1_1_1_1_1_1_1_1_1_1_1_1_1_1_1_1_1_1_1_1_1_2">
    <p:spTree>
      <p:nvGrpSpPr>
        <p:cNvPr id="448" name="Shape 448"/>
        <p:cNvGrpSpPr/>
        <p:nvPr/>
      </p:nvGrpSpPr>
      <p:grpSpPr>
        <a:xfrm>
          <a:off x="0" y="0"/>
          <a:ext cx="0" cy="0"/>
          <a:chOff x="0" y="0"/>
          <a:chExt cx="0" cy="0"/>
        </a:xfrm>
      </p:grpSpPr>
      <p:sp>
        <p:nvSpPr>
          <p:cNvPr id="449" name="Google Shape;449;p60"/>
          <p:cNvSpPr txBox="1"/>
          <p:nvPr>
            <p:ph idx="1" type="subTitle"/>
          </p:nvPr>
        </p:nvSpPr>
        <p:spPr>
          <a:xfrm>
            <a:off x="35390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450" name="Google Shape;450;p60"/>
          <p:cNvSpPr txBox="1"/>
          <p:nvPr>
            <p:ph idx="2" type="subTitle"/>
          </p:nvPr>
        </p:nvSpPr>
        <p:spPr>
          <a:xfrm>
            <a:off x="35390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51" name="Google Shape;451;p60"/>
          <p:cNvSpPr/>
          <p:nvPr>
            <p:ph idx="3" type="pic"/>
          </p:nvPr>
        </p:nvSpPr>
        <p:spPr>
          <a:xfrm>
            <a:off x="321050" y="825750"/>
            <a:ext cx="1342200" cy="1342200"/>
          </a:xfrm>
          <a:prstGeom prst="roundRect">
            <a:avLst>
              <a:gd fmla="val 8618" name="adj"/>
            </a:avLst>
          </a:prstGeom>
          <a:noFill/>
          <a:ln>
            <a:noFill/>
          </a:ln>
        </p:spPr>
      </p:sp>
      <p:sp>
        <p:nvSpPr>
          <p:cNvPr id="452" name="Google Shape;452;p60"/>
          <p:cNvSpPr txBox="1"/>
          <p:nvPr>
            <p:ph idx="4" type="subTitle"/>
          </p:nvPr>
        </p:nvSpPr>
        <p:spPr>
          <a:xfrm>
            <a:off x="2003288"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453" name="Google Shape;453;p60"/>
          <p:cNvSpPr txBox="1"/>
          <p:nvPr>
            <p:ph idx="5" type="subTitle"/>
          </p:nvPr>
        </p:nvSpPr>
        <p:spPr>
          <a:xfrm>
            <a:off x="2003288"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54" name="Google Shape;454;p60"/>
          <p:cNvSpPr/>
          <p:nvPr>
            <p:ph idx="6" type="pic"/>
          </p:nvPr>
        </p:nvSpPr>
        <p:spPr>
          <a:xfrm>
            <a:off x="1970438" y="825750"/>
            <a:ext cx="1342200" cy="1342200"/>
          </a:xfrm>
          <a:prstGeom prst="roundRect">
            <a:avLst>
              <a:gd fmla="val 8618" name="adj"/>
            </a:avLst>
          </a:prstGeom>
          <a:noFill/>
          <a:ln>
            <a:noFill/>
          </a:ln>
        </p:spPr>
      </p:sp>
      <p:sp>
        <p:nvSpPr>
          <p:cNvPr id="455" name="Google Shape;455;p60"/>
          <p:cNvSpPr txBox="1"/>
          <p:nvPr>
            <p:ph idx="7" type="subTitle"/>
          </p:nvPr>
        </p:nvSpPr>
        <p:spPr>
          <a:xfrm>
            <a:off x="3652675"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456" name="Google Shape;456;p60"/>
          <p:cNvSpPr txBox="1"/>
          <p:nvPr>
            <p:ph idx="8" type="subTitle"/>
          </p:nvPr>
        </p:nvSpPr>
        <p:spPr>
          <a:xfrm>
            <a:off x="3652675"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57" name="Google Shape;457;p60"/>
          <p:cNvSpPr/>
          <p:nvPr>
            <p:ph idx="9" type="pic"/>
          </p:nvPr>
        </p:nvSpPr>
        <p:spPr>
          <a:xfrm>
            <a:off x="3619825" y="825750"/>
            <a:ext cx="1342200" cy="1342200"/>
          </a:xfrm>
          <a:prstGeom prst="roundRect">
            <a:avLst>
              <a:gd fmla="val 8618" name="adj"/>
            </a:avLst>
          </a:prstGeom>
          <a:noFill/>
          <a:ln>
            <a:noFill/>
          </a:ln>
        </p:spPr>
      </p:sp>
      <p:sp>
        <p:nvSpPr>
          <p:cNvPr id="458" name="Google Shape;458;p60"/>
          <p:cNvSpPr txBox="1"/>
          <p:nvPr>
            <p:ph idx="13" type="subTitle"/>
          </p:nvPr>
        </p:nvSpPr>
        <p:spPr>
          <a:xfrm>
            <a:off x="530205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459" name="Google Shape;459;p60"/>
          <p:cNvSpPr txBox="1"/>
          <p:nvPr>
            <p:ph idx="14" type="subTitle"/>
          </p:nvPr>
        </p:nvSpPr>
        <p:spPr>
          <a:xfrm>
            <a:off x="530205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60" name="Google Shape;460;p60"/>
          <p:cNvSpPr/>
          <p:nvPr>
            <p:ph idx="15" type="pic"/>
          </p:nvPr>
        </p:nvSpPr>
        <p:spPr>
          <a:xfrm>
            <a:off x="5269200" y="825750"/>
            <a:ext cx="1342200" cy="1342200"/>
          </a:xfrm>
          <a:prstGeom prst="roundRect">
            <a:avLst>
              <a:gd fmla="val 8618" name="adj"/>
            </a:avLst>
          </a:prstGeom>
          <a:noFill/>
          <a:ln>
            <a:noFill/>
          </a:ln>
        </p:spPr>
      </p:sp>
      <p:sp>
        <p:nvSpPr>
          <p:cNvPr id="461" name="Google Shape;461;p60"/>
          <p:cNvSpPr txBox="1"/>
          <p:nvPr>
            <p:ph idx="16" type="subTitle"/>
          </p:nvPr>
        </p:nvSpPr>
        <p:spPr>
          <a:xfrm>
            <a:off x="200330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462" name="Google Shape;462;p60"/>
          <p:cNvSpPr txBox="1"/>
          <p:nvPr>
            <p:ph idx="17" type="subTitle"/>
          </p:nvPr>
        </p:nvSpPr>
        <p:spPr>
          <a:xfrm>
            <a:off x="200330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63" name="Google Shape;463;p60"/>
          <p:cNvSpPr/>
          <p:nvPr>
            <p:ph idx="18" type="pic"/>
          </p:nvPr>
        </p:nvSpPr>
        <p:spPr>
          <a:xfrm>
            <a:off x="1970450" y="2976000"/>
            <a:ext cx="1342200" cy="1342200"/>
          </a:xfrm>
          <a:prstGeom prst="roundRect">
            <a:avLst>
              <a:gd fmla="val 8618" name="adj"/>
            </a:avLst>
          </a:prstGeom>
          <a:noFill/>
          <a:ln>
            <a:noFill/>
          </a:ln>
        </p:spPr>
      </p:sp>
      <p:sp>
        <p:nvSpPr>
          <p:cNvPr id="464" name="Google Shape;464;p60"/>
          <p:cNvSpPr txBox="1"/>
          <p:nvPr>
            <p:ph idx="19" type="subTitle"/>
          </p:nvPr>
        </p:nvSpPr>
        <p:spPr>
          <a:xfrm>
            <a:off x="3652688"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465" name="Google Shape;465;p60"/>
          <p:cNvSpPr txBox="1"/>
          <p:nvPr>
            <p:ph idx="20" type="subTitle"/>
          </p:nvPr>
        </p:nvSpPr>
        <p:spPr>
          <a:xfrm>
            <a:off x="3652688"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66" name="Google Shape;466;p60"/>
          <p:cNvSpPr/>
          <p:nvPr>
            <p:ph idx="21" type="pic"/>
          </p:nvPr>
        </p:nvSpPr>
        <p:spPr>
          <a:xfrm>
            <a:off x="3619838" y="2976000"/>
            <a:ext cx="1342200" cy="1342200"/>
          </a:xfrm>
          <a:prstGeom prst="roundRect">
            <a:avLst>
              <a:gd fmla="val 8618" name="adj"/>
            </a:avLst>
          </a:prstGeom>
          <a:noFill/>
          <a:ln>
            <a:noFill/>
          </a:ln>
        </p:spPr>
      </p:sp>
      <p:sp>
        <p:nvSpPr>
          <p:cNvPr id="467" name="Google Shape;467;p60"/>
          <p:cNvSpPr txBox="1"/>
          <p:nvPr>
            <p:ph idx="22" type="subTitle"/>
          </p:nvPr>
        </p:nvSpPr>
        <p:spPr>
          <a:xfrm>
            <a:off x="5302075"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468" name="Google Shape;468;p60"/>
          <p:cNvSpPr txBox="1"/>
          <p:nvPr>
            <p:ph idx="23" type="subTitle"/>
          </p:nvPr>
        </p:nvSpPr>
        <p:spPr>
          <a:xfrm>
            <a:off x="5302075"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69" name="Google Shape;469;p60"/>
          <p:cNvSpPr/>
          <p:nvPr>
            <p:ph idx="24" type="pic"/>
          </p:nvPr>
        </p:nvSpPr>
        <p:spPr>
          <a:xfrm>
            <a:off x="5269225" y="2976000"/>
            <a:ext cx="1342200" cy="1342200"/>
          </a:xfrm>
          <a:prstGeom prst="roundRect">
            <a:avLst>
              <a:gd fmla="val 8618" name="adj"/>
            </a:avLst>
          </a:prstGeom>
          <a:noFill/>
          <a:ln>
            <a:noFill/>
          </a:ln>
        </p:spPr>
      </p:sp>
      <p:sp>
        <p:nvSpPr>
          <p:cNvPr id="470" name="Google Shape;470;p60"/>
          <p:cNvSpPr txBox="1"/>
          <p:nvPr>
            <p:ph idx="25" type="subTitle"/>
          </p:nvPr>
        </p:nvSpPr>
        <p:spPr>
          <a:xfrm>
            <a:off x="695145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471" name="Google Shape;471;p60"/>
          <p:cNvSpPr txBox="1"/>
          <p:nvPr>
            <p:ph idx="26" type="subTitle"/>
          </p:nvPr>
        </p:nvSpPr>
        <p:spPr>
          <a:xfrm>
            <a:off x="695145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472" name="Google Shape;472;p60"/>
          <p:cNvSpPr/>
          <p:nvPr>
            <p:ph idx="27" type="pic"/>
          </p:nvPr>
        </p:nvSpPr>
        <p:spPr>
          <a:xfrm>
            <a:off x="6918600" y="2976000"/>
            <a:ext cx="1342200" cy="1342200"/>
          </a:xfrm>
          <a:prstGeom prst="roundRect">
            <a:avLst>
              <a:gd fmla="val 8618" name="adj"/>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ersonas">
  <p:cSld name="BLANK_1_1_1_1_1_1_1_1_1_1_1_1_1_1_1_1_1_1_1_1_1_1_1">
    <p:spTree>
      <p:nvGrpSpPr>
        <p:cNvPr id="473" name="Shape 473"/>
        <p:cNvGrpSpPr/>
        <p:nvPr/>
      </p:nvGrpSpPr>
      <p:grpSpPr>
        <a:xfrm>
          <a:off x="0" y="0"/>
          <a:ext cx="0" cy="0"/>
          <a:chOff x="0" y="0"/>
          <a:chExt cx="0" cy="0"/>
        </a:xfrm>
      </p:grpSpPr>
      <p:sp>
        <p:nvSpPr>
          <p:cNvPr id="474" name="Google Shape;474;p61"/>
          <p:cNvSpPr/>
          <p:nvPr>
            <p:ph idx="2" type="pic"/>
          </p:nvPr>
        </p:nvSpPr>
        <p:spPr>
          <a:xfrm>
            <a:off x="228300" y="912725"/>
            <a:ext cx="1833000" cy="2294100"/>
          </a:xfrm>
          <a:prstGeom prst="roundRect">
            <a:avLst>
              <a:gd fmla="val 12454" name="adj"/>
            </a:avLst>
          </a:prstGeom>
          <a:noFill/>
          <a:ln>
            <a:noFill/>
          </a:ln>
        </p:spPr>
      </p:sp>
      <p:sp>
        <p:nvSpPr>
          <p:cNvPr id="475" name="Google Shape;475;p61"/>
          <p:cNvSpPr/>
          <p:nvPr>
            <p:ph idx="3" type="pic"/>
          </p:nvPr>
        </p:nvSpPr>
        <p:spPr>
          <a:xfrm>
            <a:off x="4781400" y="912725"/>
            <a:ext cx="1833000" cy="2294100"/>
          </a:xfrm>
          <a:prstGeom prst="roundRect">
            <a:avLst>
              <a:gd fmla="val 12454" name="adj"/>
            </a:avLst>
          </a:prstGeom>
          <a:noFill/>
          <a:ln>
            <a:noFill/>
          </a:ln>
        </p:spPr>
      </p:sp>
      <p:sp>
        <p:nvSpPr>
          <p:cNvPr id="476" name="Google Shape;476;p61"/>
          <p:cNvSpPr txBox="1"/>
          <p:nvPr>
            <p:ph idx="1" type="body"/>
          </p:nvPr>
        </p:nvSpPr>
        <p:spPr>
          <a:xfrm>
            <a:off x="22707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77" name="Google Shape;477;p61"/>
          <p:cNvSpPr txBox="1"/>
          <p:nvPr>
            <p:ph idx="4" type="body"/>
          </p:nvPr>
        </p:nvSpPr>
        <p:spPr>
          <a:xfrm>
            <a:off x="68238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78" name="Google Shape;478;p61"/>
          <p:cNvSpPr txBox="1"/>
          <p:nvPr>
            <p:ph idx="5" type="subTitle"/>
          </p:nvPr>
        </p:nvSpPr>
        <p:spPr>
          <a:xfrm>
            <a:off x="27765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
        <p:nvSpPr>
          <p:cNvPr id="479" name="Google Shape;479;p61"/>
          <p:cNvSpPr txBox="1"/>
          <p:nvPr>
            <p:ph idx="6" type="subTitle"/>
          </p:nvPr>
        </p:nvSpPr>
        <p:spPr>
          <a:xfrm>
            <a:off x="483510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ups">
  <p:cSld name="BLANK_1_1_1_1_1_1_1_1_1_1_1_1_1_1_1_1_1_1_1_1_1_1_1_2">
    <p:spTree>
      <p:nvGrpSpPr>
        <p:cNvPr id="480" name="Shape 480"/>
        <p:cNvGrpSpPr/>
        <p:nvPr/>
      </p:nvGrpSpPr>
      <p:grpSpPr>
        <a:xfrm>
          <a:off x="0" y="0"/>
          <a:ext cx="0" cy="0"/>
          <a:chOff x="0" y="0"/>
          <a:chExt cx="0" cy="0"/>
        </a:xfrm>
      </p:grpSpPr>
      <p:sp>
        <p:nvSpPr>
          <p:cNvPr id="481" name="Google Shape;481;p62"/>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
        <p:nvSpPr>
          <p:cNvPr id="482" name="Google Shape;482;p62"/>
          <p:cNvSpPr txBox="1"/>
          <p:nvPr>
            <p:ph idx="1" type="body"/>
          </p:nvPr>
        </p:nvSpPr>
        <p:spPr>
          <a:xfrm>
            <a:off x="228625" y="4191000"/>
            <a:ext cx="1113600" cy="713400"/>
          </a:xfrm>
          <a:prstGeom prst="rect">
            <a:avLst/>
          </a:prstGeom>
        </p:spPr>
        <p:txBody>
          <a:bodyPr anchorCtr="0" anchor="b"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83" name="Google Shape;483;p62"/>
          <p:cNvSpPr/>
          <p:nvPr>
            <p:ph idx="2" type="pic"/>
          </p:nvPr>
        </p:nvSpPr>
        <p:spPr>
          <a:xfrm>
            <a:off x="228575" y="1571250"/>
            <a:ext cx="517500" cy="517500"/>
          </a:xfrm>
          <a:prstGeom prst="ellipse">
            <a:avLst/>
          </a:prstGeom>
          <a:noFill/>
          <a:ln>
            <a:noFill/>
          </a:ln>
        </p:spPr>
      </p:sp>
      <p:sp>
        <p:nvSpPr>
          <p:cNvPr id="484" name="Google Shape;484;p62"/>
          <p:cNvSpPr/>
          <p:nvPr>
            <p:ph idx="3" type="pic"/>
          </p:nvPr>
        </p:nvSpPr>
        <p:spPr>
          <a:xfrm>
            <a:off x="824775" y="1571250"/>
            <a:ext cx="517500" cy="517500"/>
          </a:xfrm>
          <a:prstGeom prst="ellipse">
            <a:avLst/>
          </a:prstGeom>
          <a:noFill/>
          <a:ln>
            <a:noFill/>
          </a:ln>
        </p:spPr>
      </p:sp>
      <p:sp>
        <p:nvSpPr>
          <p:cNvPr id="485" name="Google Shape;485;p62"/>
          <p:cNvSpPr/>
          <p:nvPr>
            <p:ph idx="4" type="pic"/>
          </p:nvPr>
        </p:nvSpPr>
        <p:spPr>
          <a:xfrm>
            <a:off x="228550" y="2165325"/>
            <a:ext cx="517500" cy="517500"/>
          </a:xfrm>
          <a:prstGeom prst="ellipse">
            <a:avLst/>
          </a:prstGeom>
          <a:noFill/>
          <a:ln>
            <a:noFill/>
          </a:ln>
        </p:spPr>
      </p:sp>
      <p:sp>
        <p:nvSpPr>
          <p:cNvPr id="486" name="Google Shape;486;p62"/>
          <p:cNvSpPr/>
          <p:nvPr>
            <p:ph idx="5" type="pic"/>
          </p:nvPr>
        </p:nvSpPr>
        <p:spPr>
          <a:xfrm>
            <a:off x="824750" y="2165325"/>
            <a:ext cx="517500" cy="517500"/>
          </a:xfrm>
          <a:prstGeom prst="ellipse">
            <a:avLst/>
          </a:prstGeom>
          <a:noFill/>
          <a:ln>
            <a:noFill/>
          </a:ln>
        </p:spPr>
      </p:sp>
      <p:sp>
        <p:nvSpPr>
          <p:cNvPr id="487" name="Google Shape;487;p62"/>
          <p:cNvSpPr/>
          <p:nvPr>
            <p:ph idx="6" type="pic"/>
          </p:nvPr>
        </p:nvSpPr>
        <p:spPr>
          <a:xfrm>
            <a:off x="228588" y="2759400"/>
            <a:ext cx="517500" cy="517500"/>
          </a:xfrm>
          <a:prstGeom prst="ellipse">
            <a:avLst/>
          </a:prstGeom>
          <a:noFill/>
          <a:ln>
            <a:noFill/>
          </a:ln>
        </p:spPr>
      </p:sp>
      <p:sp>
        <p:nvSpPr>
          <p:cNvPr id="488" name="Google Shape;488;p62"/>
          <p:cNvSpPr/>
          <p:nvPr>
            <p:ph idx="7" type="pic"/>
          </p:nvPr>
        </p:nvSpPr>
        <p:spPr>
          <a:xfrm>
            <a:off x="824788" y="2759400"/>
            <a:ext cx="517500" cy="517500"/>
          </a:xfrm>
          <a:prstGeom prst="ellipse">
            <a:avLst/>
          </a:prstGeom>
          <a:noFill/>
          <a:ln>
            <a:noFill/>
          </a:ln>
        </p:spPr>
      </p:sp>
      <p:sp>
        <p:nvSpPr>
          <p:cNvPr id="489" name="Google Shape;489;p62"/>
          <p:cNvSpPr/>
          <p:nvPr>
            <p:ph idx="8" type="pic"/>
          </p:nvPr>
        </p:nvSpPr>
        <p:spPr>
          <a:xfrm>
            <a:off x="228563" y="3353475"/>
            <a:ext cx="517500" cy="517500"/>
          </a:xfrm>
          <a:prstGeom prst="ellipse">
            <a:avLst/>
          </a:prstGeom>
          <a:noFill/>
          <a:ln>
            <a:noFill/>
          </a:ln>
        </p:spPr>
      </p:sp>
      <p:sp>
        <p:nvSpPr>
          <p:cNvPr id="490" name="Google Shape;490;p62"/>
          <p:cNvSpPr/>
          <p:nvPr>
            <p:ph idx="9" type="pic"/>
          </p:nvPr>
        </p:nvSpPr>
        <p:spPr>
          <a:xfrm>
            <a:off x="824763" y="3353475"/>
            <a:ext cx="517500" cy="517500"/>
          </a:xfrm>
          <a:prstGeom prst="ellipse">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BLANK_1_1_1_1_1_1_1_1_1_1_1_1_1_1_1_1_1_1_1_1_1_1_1_1">
    <p:bg>
      <p:bgPr>
        <a:solidFill>
          <a:schemeClr val="accent4"/>
        </a:solidFill>
      </p:bgPr>
    </p:bg>
    <p:spTree>
      <p:nvGrpSpPr>
        <p:cNvPr id="491" name="Shape 491"/>
        <p:cNvGrpSpPr/>
        <p:nvPr/>
      </p:nvGrpSpPr>
      <p:grpSpPr>
        <a:xfrm>
          <a:off x="0" y="0"/>
          <a:ext cx="0" cy="0"/>
          <a:chOff x="0" y="0"/>
          <a:chExt cx="0" cy="0"/>
        </a:xfrm>
      </p:grpSpPr>
      <p:sp>
        <p:nvSpPr>
          <p:cNvPr id="492" name="Google Shape;492;p63"/>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BLANK_1_1_1_1_1_1_1_1_1_1_1_1_1_1_1_1_1_1_1_1_1_1_1_1_1">
    <p:spTree>
      <p:nvGrpSpPr>
        <p:cNvPr id="493" name="Shape 493"/>
        <p:cNvGrpSpPr/>
        <p:nvPr/>
      </p:nvGrpSpPr>
      <p:grpSpPr>
        <a:xfrm>
          <a:off x="0" y="0"/>
          <a:ext cx="0" cy="0"/>
          <a:chOff x="0" y="0"/>
          <a:chExt cx="0" cy="0"/>
        </a:xfrm>
      </p:grpSpPr>
      <p:sp>
        <p:nvSpPr>
          <p:cNvPr id="494" name="Google Shape;494;p64"/>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495" name="Google Shape;495;p64"/>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1000"/>
              </a:spcBef>
              <a:spcAft>
                <a:spcPts val="100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BLANK_1_1_1_1_1_1_1_1_1_1_1_1_1_1_1_1_1_1_1_1_1_1_1_1_1_1">
    <p:bg>
      <p:bgPr>
        <a:solidFill>
          <a:schemeClr val="accent5"/>
        </a:solidFill>
      </p:bgPr>
    </p:bg>
    <p:spTree>
      <p:nvGrpSpPr>
        <p:cNvPr id="496" name="Shape 496"/>
        <p:cNvGrpSpPr/>
        <p:nvPr/>
      </p:nvGrpSpPr>
      <p:grpSpPr>
        <a:xfrm>
          <a:off x="0" y="0"/>
          <a:ext cx="0" cy="0"/>
          <a:chOff x="0" y="0"/>
          <a:chExt cx="0" cy="0"/>
        </a:xfrm>
      </p:grpSpPr>
      <p:sp>
        <p:nvSpPr>
          <p:cNvPr id="497" name="Google Shape;497;p65"/>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9pPr>
          </a:lstStyle>
          <a:p/>
        </p:txBody>
      </p:sp>
      <p:sp>
        <p:nvSpPr>
          <p:cNvPr id="498" name="Google Shape;498;p65"/>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1pPr>
            <a:lvl2pPr lvl="1">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2pPr>
            <a:lvl3pPr lvl="2">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3pPr>
            <a:lvl4pPr lvl="3">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4pPr>
            <a:lvl5pPr lvl="4">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5pPr>
            <a:lvl6pPr lvl="5">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6pPr>
            <a:lvl7pPr lvl="6">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7pPr>
            <a:lvl8pPr lvl="7">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8pPr>
            <a:lvl9pPr lvl="8">
              <a:lnSpc>
                <a:spcPct val="115000"/>
              </a:lnSpc>
              <a:spcBef>
                <a:spcPts val="1000"/>
              </a:spcBef>
              <a:spcAft>
                <a:spcPts val="100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1">
  <p:cSld name="BLANK_1_1_1_1_1_1_1_1_1_1_1_1_1_1_1_1_1_1_1_1_1_1_1_1_1_2">
    <p:spTree>
      <p:nvGrpSpPr>
        <p:cNvPr id="499" name="Shape 499"/>
        <p:cNvGrpSpPr/>
        <p:nvPr/>
      </p:nvGrpSpPr>
      <p:grpSpPr>
        <a:xfrm>
          <a:off x="0" y="0"/>
          <a:ext cx="0" cy="0"/>
          <a:chOff x="0" y="0"/>
          <a:chExt cx="0" cy="0"/>
        </a:xfrm>
      </p:grpSpPr>
      <p:sp>
        <p:nvSpPr>
          <p:cNvPr id="500" name="Google Shape;500;p66"/>
          <p:cNvSpPr/>
          <p:nvPr>
            <p:ph idx="2" type="pic"/>
          </p:nvPr>
        </p:nvSpPr>
        <p:spPr>
          <a:xfrm>
            <a:off x="4577975" y="632250"/>
            <a:ext cx="4349400" cy="4281600"/>
          </a:xfrm>
          <a:prstGeom prst="roundRect">
            <a:avLst>
              <a:gd fmla="val 6217" name="adj"/>
            </a:avLst>
          </a:prstGeom>
          <a:noFill/>
          <a:ln>
            <a:noFill/>
          </a:ln>
        </p:spPr>
      </p:sp>
      <p:sp>
        <p:nvSpPr>
          <p:cNvPr id="501" name="Google Shape;501;p66"/>
          <p:cNvSpPr/>
          <p:nvPr>
            <p:ph idx="3" type="pic"/>
          </p:nvPr>
        </p:nvSpPr>
        <p:spPr>
          <a:xfrm>
            <a:off x="228775" y="2621175"/>
            <a:ext cx="4238400" cy="2293500"/>
          </a:xfrm>
          <a:prstGeom prst="roundRect">
            <a:avLst>
              <a:gd fmla="val 9802" name="adj"/>
            </a:avLst>
          </a:prstGeom>
          <a:noFill/>
          <a:ln>
            <a:noFill/>
          </a:ln>
        </p:spPr>
      </p:sp>
      <p:sp>
        <p:nvSpPr>
          <p:cNvPr id="502" name="Google Shape;502;p66"/>
          <p:cNvSpPr/>
          <p:nvPr>
            <p:ph idx="4" type="pic"/>
          </p:nvPr>
        </p:nvSpPr>
        <p:spPr>
          <a:xfrm>
            <a:off x="228775" y="632025"/>
            <a:ext cx="2068500" cy="1890900"/>
          </a:xfrm>
          <a:prstGeom prst="roundRect">
            <a:avLst>
              <a:gd fmla="val 11889" name="adj"/>
            </a:avLst>
          </a:prstGeom>
          <a:noFill/>
          <a:ln>
            <a:noFill/>
          </a:ln>
        </p:spPr>
      </p:sp>
      <p:sp>
        <p:nvSpPr>
          <p:cNvPr id="503" name="Google Shape;503;p66"/>
          <p:cNvSpPr/>
          <p:nvPr>
            <p:ph idx="5" type="pic"/>
          </p:nvPr>
        </p:nvSpPr>
        <p:spPr>
          <a:xfrm>
            <a:off x="2403375" y="632025"/>
            <a:ext cx="2068500" cy="1890900"/>
          </a:xfrm>
          <a:prstGeom prst="roundRect">
            <a:avLst>
              <a:gd fmla="val 11889" name="adj"/>
            </a:avLst>
          </a:prstGeom>
          <a:no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2">
  <p:cSld name="BLANK_1_1_1_1_1_1_1_1_1_1_1_1_1_1_1_1_1_1_1_1_1_1_1_1_1_2_1">
    <p:spTree>
      <p:nvGrpSpPr>
        <p:cNvPr id="504" name="Shape 504"/>
        <p:cNvGrpSpPr/>
        <p:nvPr/>
      </p:nvGrpSpPr>
      <p:grpSpPr>
        <a:xfrm>
          <a:off x="0" y="0"/>
          <a:ext cx="0" cy="0"/>
          <a:chOff x="0" y="0"/>
          <a:chExt cx="0" cy="0"/>
        </a:xfrm>
      </p:grpSpPr>
      <p:sp>
        <p:nvSpPr>
          <p:cNvPr id="505" name="Google Shape;505;p67"/>
          <p:cNvSpPr/>
          <p:nvPr>
            <p:ph idx="2" type="pic"/>
          </p:nvPr>
        </p:nvSpPr>
        <p:spPr>
          <a:xfrm>
            <a:off x="228625" y="632025"/>
            <a:ext cx="2085300" cy="2768700"/>
          </a:xfrm>
          <a:prstGeom prst="round2SameRect">
            <a:avLst>
              <a:gd fmla="val 11780" name="adj1"/>
              <a:gd fmla="val 0" name="adj2"/>
            </a:avLst>
          </a:prstGeom>
          <a:noFill/>
          <a:ln>
            <a:noFill/>
          </a:ln>
        </p:spPr>
      </p:sp>
      <p:sp>
        <p:nvSpPr>
          <p:cNvPr id="506" name="Google Shape;506;p67"/>
          <p:cNvSpPr txBox="1"/>
          <p:nvPr>
            <p:ph idx="1" type="subTitle"/>
          </p:nvPr>
        </p:nvSpPr>
        <p:spPr>
          <a:xfrm>
            <a:off x="40170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507" name="Google Shape;507;p67"/>
          <p:cNvSpPr/>
          <p:nvPr>
            <p:ph idx="3" type="pic"/>
          </p:nvPr>
        </p:nvSpPr>
        <p:spPr>
          <a:xfrm>
            <a:off x="2429113" y="631925"/>
            <a:ext cx="2085300" cy="2768700"/>
          </a:xfrm>
          <a:prstGeom prst="round2SameRect">
            <a:avLst>
              <a:gd fmla="val 11780" name="adj1"/>
              <a:gd fmla="val 0" name="adj2"/>
            </a:avLst>
          </a:prstGeom>
          <a:noFill/>
          <a:ln>
            <a:noFill/>
          </a:ln>
        </p:spPr>
      </p:sp>
      <p:sp>
        <p:nvSpPr>
          <p:cNvPr id="508" name="Google Shape;508;p67"/>
          <p:cNvSpPr txBox="1"/>
          <p:nvPr>
            <p:ph idx="4" type="subTitle"/>
          </p:nvPr>
        </p:nvSpPr>
        <p:spPr>
          <a:xfrm>
            <a:off x="2602188"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509" name="Google Shape;509;p67"/>
          <p:cNvSpPr/>
          <p:nvPr>
            <p:ph idx="5" type="pic"/>
          </p:nvPr>
        </p:nvSpPr>
        <p:spPr>
          <a:xfrm>
            <a:off x="4629600" y="631925"/>
            <a:ext cx="2085300" cy="2768700"/>
          </a:xfrm>
          <a:prstGeom prst="round2SameRect">
            <a:avLst>
              <a:gd fmla="val 11780" name="adj1"/>
              <a:gd fmla="val 0" name="adj2"/>
            </a:avLst>
          </a:prstGeom>
          <a:noFill/>
          <a:ln>
            <a:noFill/>
          </a:ln>
        </p:spPr>
      </p:sp>
      <p:sp>
        <p:nvSpPr>
          <p:cNvPr id="510" name="Google Shape;510;p67"/>
          <p:cNvSpPr txBox="1"/>
          <p:nvPr>
            <p:ph idx="6" type="subTitle"/>
          </p:nvPr>
        </p:nvSpPr>
        <p:spPr>
          <a:xfrm>
            <a:off x="4802675"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511" name="Google Shape;511;p67"/>
          <p:cNvSpPr/>
          <p:nvPr>
            <p:ph idx="7" type="pic"/>
          </p:nvPr>
        </p:nvSpPr>
        <p:spPr>
          <a:xfrm>
            <a:off x="6830075" y="632025"/>
            <a:ext cx="2085300" cy="2768700"/>
          </a:xfrm>
          <a:prstGeom prst="round2SameRect">
            <a:avLst>
              <a:gd fmla="val 11780" name="adj1"/>
              <a:gd fmla="val 0" name="adj2"/>
            </a:avLst>
          </a:prstGeom>
          <a:noFill/>
          <a:ln>
            <a:noFill/>
          </a:ln>
        </p:spPr>
      </p:sp>
      <p:sp>
        <p:nvSpPr>
          <p:cNvPr id="512" name="Google Shape;512;p67"/>
          <p:cNvSpPr txBox="1"/>
          <p:nvPr>
            <p:ph idx="8" type="subTitle"/>
          </p:nvPr>
        </p:nvSpPr>
        <p:spPr>
          <a:xfrm>
            <a:off x="700315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1_1_4">
    <p:spTree>
      <p:nvGrpSpPr>
        <p:cNvPr id="513" name="Shape 513"/>
        <p:cNvGrpSpPr/>
        <p:nvPr/>
      </p:nvGrpSpPr>
      <p:grpSpPr>
        <a:xfrm>
          <a:off x="0" y="0"/>
          <a:ext cx="0" cy="0"/>
          <a:chOff x="0" y="0"/>
          <a:chExt cx="0" cy="0"/>
        </a:xfrm>
      </p:grpSpPr>
      <p:sp>
        <p:nvSpPr>
          <p:cNvPr id="514" name="Google Shape;514;p68"/>
          <p:cNvSpPr/>
          <p:nvPr/>
        </p:nvSpPr>
        <p:spPr>
          <a:xfrm>
            <a:off x="6625332" y="229950"/>
            <a:ext cx="2283000" cy="22830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515" name="Google Shape;515;p68"/>
          <p:cNvSpPr/>
          <p:nvPr/>
        </p:nvSpPr>
        <p:spPr>
          <a:xfrm>
            <a:off x="235213" y="229950"/>
            <a:ext cx="6282300" cy="4683600"/>
          </a:xfrm>
          <a:prstGeom prst="roundRect">
            <a:avLst>
              <a:gd fmla="val 584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516" name="Google Shape;516;p68"/>
          <p:cNvSpPr/>
          <p:nvPr/>
        </p:nvSpPr>
        <p:spPr>
          <a:xfrm>
            <a:off x="6625786" y="2630415"/>
            <a:ext cx="2283000" cy="2283000"/>
          </a:xfrm>
          <a:prstGeom prst="roundRect">
            <a:avLst>
              <a:gd fmla="val 1221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517" name="Google Shape;517;p68"/>
          <p:cNvSpPr txBox="1"/>
          <p:nvPr>
            <p:ph type="title"/>
          </p:nvPr>
        </p:nvSpPr>
        <p:spPr>
          <a:xfrm>
            <a:off x="570013" y="3961157"/>
            <a:ext cx="5582100" cy="603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9pPr>
          </a:lstStyle>
          <a:p/>
        </p:txBody>
      </p:sp>
      <p:sp>
        <p:nvSpPr>
          <p:cNvPr descr="A donut shape" id="518" name="Google Shape;518;p68"/>
          <p:cNvSpPr/>
          <p:nvPr/>
        </p:nvSpPr>
        <p:spPr>
          <a:xfrm>
            <a:off x="7134588" y="3139675"/>
            <a:ext cx="1264500" cy="1264500"/>
          </a:xfrm>
          <a:prstGeom prst="donut">
            <a:avLst>
              <a:gd fmla="val 25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star icon" id="519" name="Google Shape;519;p68"/>
          <p:cNvSpPr/>
          <p:nvPr/>
        </p:nvSpPr>
        <p:spPr>
          <a:xfrm>
            <a:off x="7092288" y="697800"/>
            <a:ext cx="1349100" cy="1347300"/>
          </a:xfrm>
          <a:prstGeom prst="plaque">
            <a:avLst>
              <a:gd fmla="val 44918"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CUSTOM">
    <p:spTree>
      <p:nvGrpSpPr>
        <p:cNvPr id="520" name="Shape 520"/>
        <p:cNvGrpSpPr/>
        <p:nvPr/>
      </p:nvGrpSpPr>
      <p:grpSpPr>
        <a:xfrm>
          <a:off x="0" y="0"/>
          <a:ext cx="0" cy="0"/>
          <a:chOff x="0" y="0"/>
          <a:chExt cx="0" cy="0"/>
        </a:xfrm>
      </p:grpSpPr>
      <p:sp>
        <p:nvSpPr>
          <p:cNvPr id="521" name="Google Shape;521;p69"/>
          <p:cNvSpPr/>
          <p:nvPr/>
        </p:nvSpPr>
        <p:spPr>
          <a:xfrm rot="5400000">
            <a:off x="-285900" y="285900"/>
            <a:ext cx="5143500" cy="4571700"/>
          </a:xfrm>
          <a:prstGeom prst="round2SameRect">
            <a:avLst>
              <a:gd fmla="val 689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522" name="Google Shape;522;p69"/>
          <p:cNvSpPr txBox="1"/>
          <p:nvPr>
            <p:ph idx="1" type="subTitle"/>
          </p:nvPr>
        </p:nvSpPr>
        <p:spPr>
          <a:xfrm>
            <a:off x="293700" y="295600"/>
            <a:ext cx="772500" cy="161400"/>
          </a:xfrm>
          <a:prstGeom prst="rect">
            <a:avLst/>
          </a:prstGeom>
        </p:spPr>
        <p:txBody>
          <a:bodyPr anchorCtr="0" anchor="t" bIns="0" lIns="0" spcFirstLastPara="1" rIns="0" wrap="square" tIns="0">
            <a:noAutofit/>
          </a:bodyPr>
          <a:lstStyle>
            <a:lvl1pPr lvl="0" algn="ctr">
              <a:spcBef>
                <a:spcPts val="0"/>
              </a:spcBef>
              <a:spcAft>
                <a:spcPts val="0"/>
              </a:spcAft>
              <a:buClr>
                <a:schemeClr val="accent4"/>
              </a:buClr>
              <a:buSzPts val="1000"/>
              <a:buNone/>
              <a:defRPr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23" name="Google Shape;523;p69"/>
          <p:cNvSpPr txBox="1"/>
          <p:nvPr>
            <p:ph idx="2" type="subTitle"/>
          </p:nvPr>
        </p:nvSpPr>
        <p:spPr>
          <a:xfrm>
            <a:off x="4810050" y="4624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524" name="Google Shape;524;p69"/>
          <p:cNvSpPr txBox="1"/>
          <p:nvPr>
            <p:ph idx="3" type="subTitle"/>
          </p:nvPr>
        </p:nvSpPr>
        <p:spPr>
          <a:xfrm>
            <a:off x="4810050" y="140697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25" name="Google Shape;525;p69"/>
          <p:cNvSpPr txBox="1"/>
          <p:nvPr>
            <p:ph idx="4" type="subTitle"/>
          </p:nvPr>
        </p:nvSpPr>
        <p:spPr>
          <a:xfrm>
            <a:off x="4810050" y="235155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526" name="Google Shape;526;p69"/>
          <p:cNvSpPr txBox="1"/>
          <p:nvPr>
            <p:ph idx="5" type="subTitle"/>
          </p:nvPr>
        </p:nvSpPr>
        <p:spPr>
          <a:xfrm>
            <a:off x="4810050" y="329612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527" name="Google Shape;527;p69"/>
          <p:cNvSpPr txBox="1"/>
          <p:nvPr>
            <p:ph idx="6" type="subTitle"/>
          </p:nvPr>
        </p:nvSpPr>
        <p:spPr>
          <a:xfrm>
            <a:off x="4810050" y="42407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528" name="Google Shape;528;p69"/>
          <p:cNvSpPr txBox="1"/>
          <p:nvPr>
            <p:ph type="title"/>
          </p:nvPr>
        </p:nvSpPr>
        <p:spPr>
          <a:xfrm>
            <a:off x="228600" y="1001425"/>
            <a:ext cx="3912900" cy="24870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3000"/>
              <a:buNone/>
              <a:defRPr sz="3000">
                <a:solidFill>
                  <a:schemeClr val="lt2"/>
                </a:solidFill>
              </a:defRPr>
            </a:lvl1pPr>
            <a:lvl2pPr lvl="1">
              <a:spcBef>
                <a:spcPts val="0"/>
              </a:spcBef>
              <a:spcAft>
                <a:spcPts val="0"/>
              </a:spcAft>
              <a:buClr>
                <a:schemeClr val="lt2"/>
              </a:buClr>
              <a:buSzPts val="3000"/>
              <a:buNone/>
              <a:defRPr sz="3000">
                <a:solidFill>
                  <a:schemeClr val="lt2"/>
                </a:solidFill>
              </a:defRPr>
            </a:lvl2pPr>
            <a:lvl3pPr lvl="2">
              <a:spcBef>
                <a:spcPts val="0"/>
              </a:spcBef>
              <a:spcAft>
                <a:spcPts val="0"/>
              </a:spcAft>
              <a:buClr>
                <a:schemeClr val="lt2"/>
              </a:buClr>
              <a:buSzPts val="3000"/>
              <a:buNone/>
              <a:defRPr sz="3000">
                <a:solidFill>
                  <a:schemeClr val="lt2"/>
                </a:solidFill>
              </a:defRPr>
            </a:lvl3pPr>
            <a:lvl4pPr lvl="3">
              <a:spcBef>
                <a:spcPts val="0"/>
              </a:spcBef>
              <a:spcAft>
                <a:spcPts val="0"/>
              </a:spcAft>
              <a:buClr>
                <a:schemeClr val="lt2"/>
              </a:buClr>
              <a:buSzPts val="3000"/>
              <a:buNone/>
              <a:defRPr sz="3000">
                <a:solidFill>
                  <a:schemeClr val="lt2"/>
                </a:solidFill>
              </a:defRPr>
            </a:lvl4pPr>
            <a:lvl5pPr lvl="4">
              <a:spcBef>
                <a:spcPts val="0"/>
              </a:spcBef>
              <a:spcAft>
                <a:spcPts val="0"/>
              </a:spcAft>
              <a:buClr>
                <a:schemeClr val="lt2"/>
              </a:buClr>
              <a:buSzPts val="3000"/>
              <a:buNone/>
              <a:defRPr sz="3000">
                <a:solidFill>
                  <a:schemeClr val="lt2"/>
                </a:solidFill>
              </a:defRPr>
            </a:lvl5pPr>
            <a:lvl6pPr lvl="5">
              <a:spcBef>
                <a:spcPts val="0"/>
              </a:spcBef>
              <a:spcAft>
                <a:spcPts val="0"/>
              </a:spcAft>
              <a:buClr>
                <a:schemeClr val="lt2"/>
              </a:buClr>
              <a:buSzPts val="3000"/>
              <a:buNone/>
              <a:defRPr sz="3000">
                <a:solidFill>
                  <a:schemeClr val="lt2"/>
                </a:solidFill>
              </a:defRPr>
            </a:lvl6pPr>
            <a:lvl7pPr lvl="6">
              <a:spcBef>
                <a:spcPts val="0"/>
              </a:spcBef>
              <a:spcAft>
                <a:spcPts val="0"/>
              </a:spcAft>
              <a:buClr>
                <a:schemeClr val="lt2"/>
              </a:buClr>
              <a:buSzPts val="3000"/>
              <a:buNone/>
              <a:defRPr sz="3000">
                <a:solidFill>
                  <a:schemeClr val="lt2"/>
                </a:solidFill>
              </a:defRPr>
            </a:lvl7pPr>
            <a:lvl8pPr lvl="7">
              <a:spcBef>
                <a:spcPts val="0"/>
              </a:spcBef>
              <a:spcAft>
                <a:spcPts val="0"/>
              </a:spcAft>
              <a:buClr>
                <a:schemeClr val="lt2"/>
              </a:buClr>
              <a:buSzPts val="3000"/>
              <a:buNone/>
              <a:defRPr sz="3000">
                <a:solidFill>
                  <a:schemeClr val="lt2"/>
                </a:solidFill>
              </a:defRPr>
            </a:lvl8pPr>
            <a:lvl9pPr lvl="8">
              <a:spcBef>
                <a:spcPts val="0"/>
              </a:spcBef>
              <a:spcAft>
                <a:spcPts val="0"/>
              </a:spcAft>
              <a:buClr>
                <a:schemeClr val="lt2"/>
              </a:buClr>
              <a:buSzPts val="3000"/>
              <a:buNone/>
              <a:defRPr sz="3000">
                <a:solidFill>
                  <a:schemeClr val="lt2"/>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
  <p:cSld name="CUSTOM_1">
    <p:spTree>
      <p:nvGrpSpPr>
        <p:cNvPr id="529" name="Shape 529"/>
        <p:cNvGrpSpPr/>
        <p:nvPr/>
      </p:nvGrpSpPr>
      <p:grpSpPr>
        <a:xfrm>
          <a:off x="0" y="0"/>
          <a:ext cx="0" cy="0"/>
          <a:chOff x="0" y="0"/>
          <a:chExt cx="0" cy="0"/>
        </a:xfrm>
      </p:grpSpPr>
      <p:sp>
        <p:nvSpPr>
          <p:cNvPr id="530" name="Google Shape;530;p70"/>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531" name="Google Shape;531;p70"/>
          <p:cNvSpPr/>
          <p:nvPr>
            <p:ph idx="2" type="pic"/>
          </p:nvPr>
        </p:nvSpPr>
        <p:spPr>
          <a:xfrm>
            <a:off x="230700" y="911875"/>
            <a:ext cx="1751400" cy="2634000"/>
          </a:xfrm>
          <a:prstGeom prst="round2SameRect">
            <a:avLst>
              <a:gd fmla="val 12650" name="adj1"/>
              <a:gd fmla="val 0" name="adj2"/>
            </a:avLst>
          </a:prstGeom>
          <a:noFill/>
          <a:ln>
            <a:noFill/>
          </a:ln>
        </p:spPr>
      </p:sp>
      <p:sp>
        <p:nvSpPr>
          <p:cNvPr id="532" name="Google Shape;532;p70"/>
          <p:cNvSpPr txBox="1"/>
          <p:nvPr>
            <p:ph idx="1" type="subTitle"/>
          </p:nvPr>
        </p:nvSpPr>
        <p:spPr>
          <a:xfrm>
            <a:off x="314750" y="36774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533" name="Google Shape;533;p70"/>
          <p:cNvSpPr/>
          <p:nvPr>
            <p:ph idx="3" type="pic"/>
          </p:nvPr>
        </p:nvSpPr>
        <p:spPr>
          <a:xfrm>
            <a:off x="2867100" y="480475"/>
            <a:ext cx="1746300" cy="1337400"/>
          </a:xfrm>
          <a:prstGeom prst="round2SameRect">
            <a:avLst>
              <a:gd fmla="val 11765" name="adj1"/>
              <a:gd fmla="val 0" name="adj2"/>
            </a:avLst>
          </a:prstGeom>
          <a:noFill/>
          <a:ln>
            <a:noFill/>
          </a:ln>
        </p:spPr>
      </p:sp>
      <p:sp>
        <p:nvSpPr>
          <p:cNvPr id="534" name="Google Shape;534;p70"/>
          <p:cNvSpPr/>
          <p:nvPr>
            <p:ph idx="4" type="pic"/>
          </p:nvPr>
        </p:nvSpPr>
        <p:spPr>
          <a:xfrm>
            <a:off x="2867100" y="2804388"/>
            <a:ext cx="1746300" cy="1337400"/>
          </a:xfrm>
          <a:prstGeom prst="round2SameRect">
            <a:avLst>
              <a:gd fmla="val 11765" name="adj1"/>
              <a:gd fmla="val 0" name="adj2"/>
            </a:avLst>
          </a:prstGeom>
          <a:noFill/>
          <a:ln>
            <a:noFill/>
          </a:ln>
        </p:spPr>
      </p:sp>
      <p:sp>
        <p:nvSpPr>
          <p:cNvPr id="535" name="Google Shape;535;p70"/>
          <p:cNvSpPr/>
          <p:nvPr>
            <p:ph idx="5" type="pic"/>
          </p:nvPr>
        </p:nvSpPr>
        <p:spPr>
          <a:xfrm rot="-5400000">
            <a:off x="5934450" y="-27825"/>
            <a:ext cx="1344300" cy="2202000"/>
          </a:xfrm>
          <a:prstGeom prst="round2SameRect">
            <a:avLst>
              <a:gd fmla="val 9438" name="adj1"/>
              <a:gd fmla="val 0" name="adj2"/>
            </a:avLst>
          </a:prstGeom>
          <a:noFill/>
          <a:ln>
            <a:noFill/>
          </a:ln>
        </p:spPr>
      </p:sp>
      <p:sp>
        <p:nvSpPr>
          <p:cNvPr id="536" name="Google Shape;536;p70"/>
          <p:cNvSpPr/>
          <p:nvPr>
            <p:ph idx="6" type="pic"/>
          </p:nvPr>
        </p:nvSpPr>
        <p:spPr>
          <a:xfrm rot="-5400000">
            <a:off x="5934450" y="1470950"/>
            <a:ext cx="1344300" cy="2202000"/>
          </a:xfrm>
          <a:prstGeom prst="round2SameRect">
            <a:avLst>
              <a:gd fmla="val 9438" name="adj1"/>
              <a:gd fmla="val 0" name="adj2"/>
            </a:avLst>
          </a:prstGeom>
          <a:noFill/>
          <a:ln>
            <a:noFill/>
          </a:ln>
        </p:spPr>
      </p:sp>
      <p:sp>
        <p:nvSpPr>
          <p:cNvPr id="537" name="Google Shape;537;p70"/>
          <p:cNvSpPr/>
          <p:nvPr>
            <p:ph idx="7" type="pic"/>
          </p:nvPr>
        </p:nvSpPr>
        <p:spPr>
          <a:xfrm rot="-5400000">
            <a:off x="5934450" y="2969725"/>
            <a:ext cx="1344300" cy="2202000"/>
          </a:xfrm>
          <a:prstGeom prst="round2SameRect">
            <a:avLst>
              <a:gd fmla="val 9438" name="adj1"/>
              <a:gd fmla="val 0" name="adj2"/>
            </a:avLst>
          </a:prstGeom>
          <a:noFill/>
          <a:ln>
            <a:noFill/>
          </a:ln>
        </p:spPr>
      </p:sp>
      <p:sp>
        <p:nvSpPr>
          <p:cNvPr id="538" name="Google Shape;538;p70"/>
          <p:cNvSpPr txBox="1"/>
          <p:nvPr>
            <p:ph idx="8" type="subTitle"/>
          </p:nvPr>
        </p:nvSpPr>
        <p:spPr>
          <a:xfrm>
            <a:off x="2961150" y="1899800"/>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539" name="Google Shape;539;p70"/>
          <p:cNvSpPr txBox="1"/>
          <p:nvPr>
            <p:ph idx="9" type="subTitle"/>
          </p:nvPr>
        </p:nvSpPr>
        <p:spPr>
          <a:xfrm>
            <a:off x="2961150" y="42520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540" name="Google Shape;540;p70"/>
          <p:cNvSpPr txBox="1"/>
          <p:nvPr>
            <p:ph idx="13" type="subTitle"/>
          </p:nvPr>
        </p:nvSpPr>
        <p:spPr>
          <a:xfrm>
            <a:off x="7827000" y="5227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541" name="Google Shape;541;p70"/>
          <p:cNvSpPr txBox="1"/>
          <p:nvPr>
            <p:ph idx="14" type="subTitle"/>
          </p:nvPr>
        </p:nvSpPr>
        <p:spPr>
          <a:xfrm>
            <a:off x="7827000" y="203675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542" name="Google Shape;542;p70"/>
          <p:cNvSpPr txBox="1"/>
          <p:nvPr>
            <p:ph idx="15" type="subTitle"/>
          </p:nvPr>
        </p:nvSpPr>
        <p:spPr>
          <a:xfrm>
            <a:off x="7827000" y="35508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ALT 1">
  <p:cSld name="CUSTOM_2">
    <p:spTree>
      <p:nvGrpSpPr>
        <p:cNvPr id="543" name="Shape 543"/>
        <p:cNvGrpSpPr/>
        <p:nvPr/>
      </p:nvGrpSpPr>
      <p:grpSpPr>
        <a:xfrm>
          <a:off x="0" y="0"/>
          <a:ext cx="0" cy="0"/>
          <a:chOff x="0" y="0"/>
          <a:chExt cx="0" cy="0"/>
        </a:xfrm>
      </p:grpSpPr>
      <p:sp>
        <p:nvSpPr>
          <p:cNvPr id="544" name="Google Shape;544;p71"/>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545" name="Google Shape;545;p71"/>
          <p:cNvSpPr txBox="1"/>
          <p:nvPr>
            <p:ph idx="1" type="body"/>
          </p:nvPr>
        </p:nvSpPr>
        <p:spPr>
          <a:xfrm>
            <a:off x="347850" y="188845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46" name="Google Shape;546;p71"/>
          <p:cNvSpPr txBox="1"/>
          <p:nvPr>
            <p:ph idx="2" type="body"/>
          </p:nvPr>
        </p:nvSpPr>
        <p:spPr>
          <a:xfrm>
            <a:off x="6079400" y="4058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47" name="Google Shape;547;p71"/>
          <p:cNvSpPr txBox="1"/>
          <p:nvPr>
            <p:ph idx="3" type="body"/>
          </p:nvPr>
        </p:nvSpPr>
        <p:spPr>
          <a:xfrm>
            <a:off x="6079400" y="1606817"/>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48" name="Google Shape;548;p71"/>
          <p:cNvSpPr txBox="1"/>
          <p:nvPr>
            <p:ph idx="4" type="body"/>
          </p:nvPr>
        </p:nvSpPr>
        <p:spPr>
          <a:xfrm>
            <a:off x="6079400" y="2807783"/>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49" name="Google Shape;549;p71"/>
          <p:cNvSpPr txBox="1"/>
          <p:nvPr>
            <p:ph idx="5" type="body"/>
          </p:nvPr>
        </p:nvSpPr>
        <p:spPr>
          <a:xfrm>
            <a:off x="6079400" y="40087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50" name="Google Shape;550;p71"/>
          <p:cNvSpPr txBox="1"/>
          <p:nvPr>
            <p:ph idx="6" type="body"/>
          </p:nvPr>
        </p:nvSpPr>
        <p:spPr>
          <a:xfrm>
            <a:off x="3213625" y="662625"/>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51" name="Google Shape;551;p71"/>
          <p:cNvSpPr txBox="1"/>
          <p:nvPr>
            <p:ph idx="7" type="body"/>
          </p:nvPr>
        </p:nvSpPr>
        <p:spPr>
          <a:xfrm>
            <a:off x="3213625" y="305630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52" name="Shape 552"/>
        <p:cNvGrpSpPr/>
        <p:nvPr/>
      </p:nvGrpSpPr>
      <p:grpSpPr>
        <a:xfrm>
          <a:off x="0" y="0"/>
          <a:ext cx="0" cy="0"/>
          <a:chOff x="0" y="0"/>
          <a:chExt cx="0" cy="0"/>
        </a:xfrm>
      </p:grpSpPr>
      <p:sp>
        <p:nvSpPr>
          <p:cNvPr id="553" name="Google Shape;553;p7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54" name="Shape 554"/>
        <p:cNvGrpSpPr/>
        <p:nvPr/>
      </p:nvGrpSpPr>
      <p:grpSpPr>
        <a:xfrm>
          <a:off x="0" y="0"/>
          <a:ext cx="0" cy="0"/>
          <a:chOff x="0" y="0"/>
          <a:chExt cx="0" cy="0"/>
        </a:xfrm>
      </p:grpSpPr>
      <p:sp>
        <p:nvSpPr>
          <p:cNvPr id="555" name="Google Shape;555;p7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6" name="Google Shape;556;p7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57" name="Shape 557"/>
        <p:cNvGrpSpPr/>
        <p:nvPr/>
      </p:nvGrpSpPr>
      <p:grpSpPr>
        <a:xfrm>
          <a:off x="0" y="0"/>
          <a:ext cx="0" cy="0"/>
          <a:chOff x="0" y="0"/>
          <a:chExt cx="0" cy="0"/>
        </a:xfrm>
      </p:grpSpPr>
      <p:sp>
        <p:nvSpPr>
          <p:cNvPr id="558" name="Google Shape;558;p7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9" name="Google Shape;559;p7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0" name="Google Shape;560;p74"/>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61" name="Shape 561"/>
        <p:cNvGrpSpPr/>
        <p:nvPr/>
      </p:nvGrpSpPr>
      <p:grpSpPr>
        <a:xfrm>
          <a:off x="0" y="0"/>
          <a:ext cx="0" cy="0"/>
          <a:chOff x="0" y="0"/>
          <a:chExt cx="0" cy="0"/>
        </a:xfrm>
      </p:grpSpPr>
      <p:sp>
        <p:nvSpPr>
          <p:cNvPr id="562" name="Google Shape;562;p7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63" name="Shape 563"/>
        <p:cNvGrpSpPr/>
        <p:nvPr/>
      </p:nvGrpSpPr>
      <p:grpSpPr>
        <a:xfrm>
          <a:off x="0" y="0"/>
          <a:ext cx="0" cy="0"/>
          <a:chOff x="0" y="0"/>
          <a:chExt cx="0" cy="0"/>
        </a:xfrm>
      </p:grpSpPr>
      <p:sp>
        <p:nvSpPr>
          <p:cNvPr id="564" name="Google Shape;564;p7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65" name="Google Shape;565;p7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66" name="Shape 566"/>
        <p:cNvGrpSpPr/>
        <p:nvPr/>
      </p:nvGrpSpPr>
      <p:grpSpPr>
        <a:xfrm>
          <a:off x="0" y="0"/>
          <a:ext cx="0" cy="0"/>
          <a:chOff x="0" y="0"/>
          <a:chExt cx="0" cy="0"/>
        </a:xfrm>
      </p:grpSpPr>
      <p:sp>
        <p:nvSpPr>
          <p:cNvPr id="567" name="Google Shape;567;p7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68" name="Shape 568"/>
        <p:cNvGrpSpPr/>
        <p:nvPr/>
      </p:nvGrpSpPr>
      <p:grpSpPr>
        <a:xfrm>
          <a:off x="0" y="0"/>
          <a:ext cx="0" cy="0"/>
          <a:chOff x="0" y="0"/>
          <a:chExt cx="0" cy="0"/>
        </a:xfrm>
      </p:grpSpPr>
      <p:sp>
        <p:nvSpPr>
          <p:cNvPr id="569" name="Google Shape;569;p7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70" name="Google Shape;570;p7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71" name="Google Shape;571;p7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72" name="Shape 572"/>
        <p:cNvGrpSpPr/>
        <p:nvPr/>
      </p:nvGrpSpPr>
      <p:grpSpPr>
        <a:xfrm>
          <a:off x="0" y="0"/>
          <a:ext cx="0" cy="0"/>
          <a:chOff x="0" y="0"/>
          <a:chExt cx="0" cy="0"/>
        </a:xfrm>
      </p:grpSpPr>
      <p:sp>
        <p:nvSpPr>
          <p:cNvPr id="573" name="Google Shape;573;p7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74" name="Shape 574"/>
        <p:cNvGrpSpPr/>
        <p:nvPr/>
      </p:nvGrpSpPr>
      <p:grpSpPr>
        <a:xfrm>
          <a:off x="0" y="0"/>
          <a:ext cx="0" cy="0"/>
          <a:chOff x="0" y="0"/>
          <a:chExt cx="0" cy="0"/>
        </a:xfrm>
      </p:grpSpPr>
      <p:sp>
        <p:nvSpPr>
          <p:cNvPr id="575" name="Google Shape;575;p8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76" name="Google Shape;576;p80"/>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77" name="Shape 577"/>
        <p:cNvGrpSpPr/>
        <p:nvPr/>
      </p:nvGrpSpPr>
      <p:grpSpPr>
        <a:xfrm>
          <a:off x="0" y="0"/>
          <a:ext cx="0" cy="0"/>
          <a:chOff x="0" y="0"/>
          <a:chExt cx="0" cy="0"/>
        </a:xfrm>
      </p:grpSpPr>
      <p:sp>
        <p:nvSpPr>
          <p:cNvPr id="578" name="Google Shape;578;p8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9" name="Google Shape;579;p8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0" name="Google Shape;580;p8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1" name="Google Shape;581;p8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2" name="Google Shape;582;p8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3" name="Google Shape;583;p8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4" name="Google Shape;584;p8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85" name="Shape 585"/>
        <p:cNvGrpSpPr/>
        <p:nvPr/>
      </p:nvGrpSpPr>
      <p:grpSpPr>
        <a:xfrm>
          <a:off x="0" y="0"/>
          <a:ext cx="0" cy="0"/>
          <a:chOff x="0" y="0"/>
          <a:chExt cx="0" cy="0"/>
        </a:xfrm>
      </p:grpSpPr>
      <p:sp>
        <p:nvSpPr>
          <p:cNvPr id="586" name="Google Shape;586;p8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7" name="Google Shape;587;p82"/>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8" name="Google Shape;588;p8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89" name="Shape 589"/>
        <p:cNvGrpSpPr/>
        <p:nvPr/>
      </p:nvGrpSpPr>
      <p:grpSpPr>
        <a:xfrm>
          <a:off x="0" y="0"/>
          <a:ext cx="0" cy="0"/>
          <a:chOff x="0" y="0"/>
          <a:chExt cx="0" cy="0"/>
        </a:xfrm>
      </p:grpSpPr>
      <p:sp>
        <p:nvSpPr>
          <p:cNvPr id="590" name="Google Shape;590;p8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91" name="Google Shape;591;p83"/>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92" name="Google Shape;592;p8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93" name="Google Shape;593;p8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94" name="Google Shape;594;p8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95" name="Shape 595"/>
        <p:cNvGrpSpPr/>
        <p:nvPr/>
      </p:nvGrpSpPr>
      <p:grpSpPr>
        <a:xfrm>
          <a:off x="0" y="0"/>
          <a:ext cx="0" cy="0"/>
          <a:chOff x="0" y="0"/>
          <a:chExt cx="0" cy="0"/>
        </a:xfrm>
      </p:grpSpPr>
      <p:sp>
        <p:nvSpPr>
          <p:cNvPr id="596" name="Google Shape;596;p84"/>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97" name="Google Shape;597;p8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98" name="Google Shape;598;p8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99" name="Google Shape;599;p8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00" name="Google Shape;600;p8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01" name="Google Shape;601;p8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02" name="Google Shape;602;p8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603" name="Shape 603"/>
        <p:cNvGrpSpPr/>
        <p:nvPr/>
      </p:nvGrpSpPr>
      <p:grpSpPr>
        <a:xfrm>
          <a:off x="0" y="0"/>
          <a:ext cx="0" cy="0"/>
          <a:chOff x="0" y="0"/>
          <a:chExt cx="0" cy="0"/>
        </a:xfrm>
      </p:grpSpPr>
      <p:sp>
        <p:nvSpPr>
          <p:cNvPr id="604" name="Google Shape;604;p85"/>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05" name="Google Shape;605;p8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06" name="Google Shape;606;p8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07" name="Google Shape;607;p8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08" name="Google Shape;608;p8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09" name="Google Shape;609;p8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0" name="Google Shape;610;p8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1" name="Google Shape;611;p8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2" name="Google Shape;612;p8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613" name="Shape 613"/>
        <p:cNvGrpSpPr/>
        <p:nvPr/>
      </p:nvGrpSpPr>
      <p:grpSpPr>
        <a:xfrm>
          <a:off x="0" y="0"/>
          <a:ext cx="0" cy="0"/>
          <a:chOff x="0" y="0"/>
          <a:chExt cx="0" cy="0"/>
        </a:xfrm>
      </p:grpSpPr>
      <p:sp>
        <p:nvSpPr>
          <p:cNvPr id="614" name="Google Shape;614;p8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5" name="Google Shape;615;p8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616" name="Shape 616"/>
        <p:cNvGrpSpPr/>
        <p:nvPr/>
      </p:nvGrpSpPr>
      <p:grpSpPr>
        <a:xfrm>
          <a:off x="0" y="0"/>
          <a:ext cx="0" cy="0"/>
          <a:chOff x="0" y="0"/>
          <a:chExt cx="0" cy="0"/>
        </a:xfrm>
      </p:grpSpPr>
      <p:sp>
        <p:nvSpPr>
          <p:cNvPr id="617" name="Google Shape;617;p87"/>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18" name="Google Shape;618;p87"/>
          <p:cNvSpPr/>
          <p:nvPr>
            <p:ph idx="2" type="pic"/>
          </p:nvPr>
        </p:nvSpPr>
        <p:spPr>
          <a:xfrm>
            <a:off x="4804825" y="1133300"/>
            <a:ext cx="4027500" cy="2392800"/>
          </a:xfrm>
          <a:prstGeom prst="rect">
            <a:avLst/>
          </a:prstGeom>
          <a:noFill/>
          <a:ln>
            <a:noFill/>
          </a:ln>
        </p:spPr>
      </p:sp>
      <p:sp>
        <p:nvSpPr>
          <p:cNvPr id="619" name="Google Shape;619;p87"/>
          <p:cNvSpPr/>
          <p:nvPr>
            <p:ph idx="3" type="pic"/>
          </p:nvPr>
        </p:nvSpPr>
        <p:spPr>
          <a:xfrm>
            <a:off x="311725" y="1133300"/>
            <a:ext cx="4027500" cy="2392800"/>
          </a:xfrm>
          <a:prstGeom prst="rect">
            <a:avLst/>
          </a:prstGeom>
          <a:noFill/>
          <a:ln>
            <a:noFill/>
          </a:ln>
        </p:spPr>
      </p:sp>
      <p:sp>
        <p:nvSpPr>
          <p:cNvPr id="620" name="Google Shape;620;p8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21" name="Google Shape;621;p8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2" name="Google Shape;622;p8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23" name="Google Shape;623;p8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624" name="Shape 624"/>
        <p:cNvGrpSpPr/>
        <p:nvPr/>
      </p:nvGrpSpPr>
      <p:grpSpPr>
        <a:xfrm>
          <a:off x="0" y="0"/>
          <a:ext cx="0" cy="0"/>
          <a:chOff x="0" y="0"/>
          <a:chExt cx="0" cy="0"/>
        </a:xfrm>
      </p:grpSpPr>
      <p:sp>
        <p:nvSpPr>
          <p:cNvPr id="625" name="Google Shape;625;p88"/>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26" name="Google Shape;626;p88"/>
          <p:cNvSpPr/>
          <p:nvPr>
            <p:ph idx="2" type="pic"/>
          </p:nvPr>
        </p:nvSpPr>
        <p:spPr>
          <a:xfrm>
            <a:off x="6205225" y="1128325"/>
            <a:ext cx="2627100" cy="2273100"/>
          </a:xfrm>
          <a:prstGeom prst="rect">
            <a:avLst/>
          </a:prstGeom>
          <a:noFill/>
          <a:ln>
            <a:noFill/>
          </a:ln>
        </p:spPr>
      </p:sp>
      <p:sp>
        <p:nvSpPr>
          <p:cNvPr id="627" name="Google Shape;627;p88"/>
          <p:cNvSpPr/>
          <p:nvPr>
            <p:ph idx="3" type="pic"/>
          </p:nvPr>
        </p:nvSpPr>
        <p:spPr>
          <a:xfrm>
            <a:off x="311725" y="1128325"/>
            <a:ext cx="2627100" cy="2273100"/>
          </a:xfrm>
          <a:prstGeom prst="rect">
            <a:avLst/>
          </a:prstGeom>
          <a:noFill/>
          <a:ln>
            <a:noFill/>
          </a:ln>
        </p:spPr>
      </p:sp>
      <p:sp>
        <p:nvSpPr>
          <p:cNvPr id="628" name="Google Shape;628;p8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29" name="Google Shape;629;p88"/>
          <p:cNvSpPr/>
          <p:nvPr>
            <p:ph idx="5" type="pic"/>
          </p:nvPr>
        </p:nvSpPr>
        <p:spPr>
          <a:xfrm>
            <a:off x="3255250" y="1128325"/>
            <a:ext cx="2627100" cy="2273100"/>
          </a:xfrm>
          <a:prstGeom prst="rect">
            <a:avLst/>
          </a:prstGeom>
          <a:noFill/>
          <a:ln>
            <a:noFill/>
          </a:ln>
        </p:spPr>
      </p:sp>
      <p:sp>
        <p:nvSpPr>
          <p:cNvPr id="630" name="Google Shape;630;p8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31" name="Google Shape;631;p8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2" name="Google Shape;632;p8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33" name="Google Shape;633;p8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34" name="Google Shape;634;p8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35" name="Shape 635"/>
        <p:cNvGrpSpPr/>
        <p:nvPr/>
      </p:nvGrpSpPr>
      <p:grpSpPr>
        <a:xfrm>
          <a:off x="0" y="0"/>
          <a:ext cx="0" cy="0"/>
          <a:chOff x="0" y="0"/>
          <a:chExt cx="0" cy="0"/>
        </a:xfrm>
      </p:grpSpPr>
      <p:sp>
        <p:nvSpPr>
          <p:cNvPr id="636" name="Google Shape;636;p8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37" name="Shape 637"/>
        <p:cNvGrpSpPr/>
        <p:nvPr/>
      </p:nvGrpSpPr>
      <p:grpSpPr>
        <a:xfrm>
          <a:off x="0" y="0"/>
          <a:ext cx="0" cy="0"/>
          <a:chOff x="0" y="0"/>
          <a:chExt cx="0" cy="0"/>
        </a:xfrm>
      </p:grpSpPr>
      <p:sp>
        <p:nvSpPr>
          <p:cNvPr id="638" name="Google Shape;638;p90"/>
          <p:cNvSpPr/>
          <p:nvPr>
            <p:ph idx="2" type="pic"/>
          </p:nvPr>
        </p:nvSpPr>
        <p:spPr>
          <a:xfrm>
            <a:off x="3389600" y="118913"/>
            <a:ext cx="1643700" cy="1535100"/>
          </a:xfrm>
          <a:prstGeom prst="rect">
            <a:avLst/>
          </a:prstGeom>
          <a:noFill/>
          <a:ln>
            <a:noFill/>
          </a:ln>
        </p:spPr>
      </p:sp>
      <p:sp>
        <p:nvSpPr>
          <p:cNvPr id="639" name="Google Shape;639;p90"/>
          <p:cNvSpPr/>
          <p:nvPr>
            <p:ph idx="3" type="pic"/>
          </p:nvPr>
        </p:nvSpPr>
        <p:spPr>
          <a:xfrm>
            <a:off x="5195935" y="118913"/>
            <a:ext cx="1643700" cy="1535100"/>
          </a:xfrm>
          <a:prstGeom prst="rect">
            <a:avLst/>
          </a:prstGeom>
          <a:noFill/>
          <a:ln>
            <a:noFill/>
          </a:ln>
        </p:spPr>
      </p:sp>
      <p:sp>
        <p:nvSpPr>
          <p:cNvPr id="640" name="Google Shape;640;p90"/>
          <p:cNvSpPr/>
          <p:nvPr>
            <p:ph idx="4" type="pic"/>
          </p:nvPr>
        </p:nvSpPr>
        <p:spPr>
          <a:xfrm>
            <a:off x="7002270" y="118913"/>
            <a:ext cx="1643700" cy="1535100"/>
          </a:xfrm>
          <a:prstGeom prst="rect">
            <a:avLst/>
          </a:prstGeom>
          <a:noFill/>
          <a:ln>
            <a:noFill/>
          </a:ln>
        </p:spPr>
      </p:sp>
      <p:sp>
        <p:nvSpPr>
          <p:cNvPr id="641" name="Google Shape;641;p90"/>
          <p:cNvSpPr/>
          <p:nvPr>
            <p:ph idx="5" type="pic"/>
          </p:nvPr>
        </p:nvSpPr>
        <p:spPr>
          <a:xfrm>
            <a:off x="3389588" y="1804212"/>
            <a:ext cx="1643700" cy="1535100"/>
          </a:xfrm>
          <a:prstGeom prst="rect">
            <a:avLst/>
          </a:prstGeom>
          <a:noFill/>
          <a:ln>
            <a:noFill/>
          </a:ln>
        </p:spPr>
      </p:sp>
      <p:sp>
        <p:nvSpPr>
          <p:cNvPr id="642" name="Google Shape;642;p90"/>
          <p:cNvSpPr/>
          <p:nvPr>
            <p:ph idx="6" type="pic"/>
          </p:nvPr>
        </p:nvSpPr>
        <p:spPr>
          <a:xfrm>
            <a:off x="5195922" y="1804212"/>
            <a:ext cx="1643700" cy="1535100"/>
          </a:xfrm>
          <a:prstGeom prst="rect">
            <a:avLst/>
          </a:prstGeom>
          <a:noFill/>
          <a:ln>
            <a:noFill/>
          </a:ln>
        </p:spPr>
      </p:sp>
      <p:sp>
        <p:nvSpPr>
          <p:cNvPr id="643" name="Google Shape;643;p90"/>
          <p:cNvSpPr/>
          <p:nvPr>
            <p:ph idx="7" type="pic"/>
          </p:nvPr>
        </p:nvSpPr>
        <p:spPr>
          <a:xfrm>
            <a:off x="7002257" y="1804212"/>
            <a:ext cx="1643700" cy="1535100"/>
          </a:xfrm>
          <a:prstGeom prst="rect">
            <a:avLst/>
          </a:prstGeom>
          <a:noFill/>
          <a:ln>
            <a:noFill/>
          </a:ln>
        </p:spPr>
      </p:sp>
      <p:sp>
        <p:nvSpPr>
          <p:cNvPr id="644" name="Google Shape;644;p9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5" name="Google Shape;645;p90"/>
          <p:cNvSpPr/>
          <p:nvPr>
            <p:ph idx="8" type="pic"/>
          </p:nvPr>
        </p:nvSpPr>
        <p:spPr>
          <a:xfrm>
            <a:off x="3389588" y="3489487"/>
            <a:ext cx="1643700" cy="1535100"/>
          </a:xfrm>
          <a:prstGeom prst="rect">
            <a:avLst/>
          </a:prstGeom>
          <a:noFill/>
          <a:ln>
            <a:noFill/>
          </a:ln>
        </p:spPr>
      </p:sp>
      <p:sp>
        <p:nvSpPr>
          <p:cNvPr id="646" name="Google Shape;646;p90"/>
          <p:cNvSpPr/>
          <p:nvPr>
            <p:ph idx="9" type="pic"/>
          </p:nvPr>
        </p:nvSpPr>
        <p:spPr>
          <a:xfrm>
            <a:off x="5195922" y="3489487"/>
            <a:ext cx="1643700" cy="1535100"/>
          </a:xfrm>
          <a:prstGeom prst="rect">
            <a:avLst/>
          </a:prstGeom>
          <a:noFill/>
          <a:ln>
            <a:noFill/>
          </a:ln>
        </p:spPr>
      </p:sp>
      <p:sp>
        <p:nvSpPr>
          <p:cNvPr id="647" name="Google Shape;647;p9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3.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5.xml"/><Relationship Id="rId20" Type="http://schemas.openxmlformats.org/officeDocument/2006/relationships/slideLayout" Target="../slideLayouts/slideLayout65.xml"/><Relationship Id="rId42" Type="http://schemas.openxmlformats.org/officeDocument/2006/relationships/slideLayout" Target="../slideLayouts/slideLayout87.xml"/><Relationship Id="rId41" Type="http://schemas.openxmlformats.org/officeDocument/2006/relationships/slideLayout" Target="../slideLayouts/slideLayout86.xml"/><Relationship Id="rId22" Type="http://schemas.openxmlformats.org/officeDocument/2006/relationships/slideLayout" Target="../slideLayouts/slideLayout67.xml"/><Relationship Id="rId44" Type="http://schemas.openxmlformats.org/officeDocument/2006/relationships/theme" Target="../theme/theme1.xml"/><Relationship Id="rId21" Type="http://schemas.openxmlformats.org/officeDocument/2006/relationships/slideLayout" Target="../slideLayouts/slideLayout66.xml"/><Relationship Id="rId43" Type="http://schemas.openxmlformats.org/officeDocument/2006/relationships/slideLayout" Target="../slideLayouts/slideLayout88.xml"/><Relationship Id="rId24" Type="http://schemas.openxmlformats.org/officeDocument/2006/relationships/slideLayout" Target="../slideLayouts/slideLayout69.xml"/><Relationship Id="rId23" Type="http://schemas.openxmlformats.org/officeDocument/2006/relationships/slideLayout" Target="../slideLayouts/slideLayout68.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5" Type="http://schemas.openxmlformats.org/officeDocument/2006/relationships/slideLayout" Target="../slideLayouts/slideLayout50.xml"/><Relationship Id="rId6" Type="http://schemas.openxmlformats.org/officeDocument/2006/relationships/slideLayout" Target="../slideLayouts/slideLayout51.xml"/><Relationship Id="rId29" Type="http://schemas.openxmlformats.org/officeDocument/2006/relationships/slideLayout" Target="../slideLayouts/slideLayout74.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11" Type="http://schemas.openxmlformats.org/officeDocument/2006/relationships/slideLayout" Target="../slideLayouts/slideLayout56.xml"/><Relationship Id="rId33" Type="http://schemas.openxmlformats.org/officeDocument/2006/relationships/slideLayout" Target="../slideLayouts/slideLayout78.xml"/><Relationship Id="rId10" Type="http://schemas.openxmlformats.org/officeDocument/2006/relationships/slideLayout" Target="../slideLayouts/slideLayout55.xml"/><Relationship Id="rId32" Type="http://schemas.openxmlformats.org/officeDocument/2006/relationships/slideLayout" Target="../slideLayouts/slideLayout77.xml"/><Relationship Id="rId13" Type="http://schemas.openxmlformats.org/officeDocument/2006/relationships/slideLayout" Target="../slideLayouts/slideLayout58.xml"/><Relationship Id="rId35" Type="http://schemas.openxmlformats.org/officeDocument/2006/relationships/slideLayout" Target="../slideLayouts/slideLayout80.xml"/><Relationship Id="rId12" Type="http://schemas.openxmlformats.org/officeDocument/2006/relationships/slideLayout" Target="../slideLayouts/slideLayout57.xml"/><Relationship Id="rId34" Type="http://schemas.openxmlformats.org/officeDocument/2006/relationships/slideLayout" Target="../slideLayouts/slideLayout79.xml"/><Relationship Id="rId15" Type="http://schemas.openxmlformats.org/officeDocument/2006/relationships/slideLayout" Target="../slideLayouts/slideLayout60.xml"/><Relationship Id="rId37" Type="http://schemas.openxmlformats.org/officeDocument/2006/relationships/slideLayout" Target="../slideLayouts/slideLayout82.xml"/><Relationship Id="rId14" Type="http://schemas.openxmlformats.org/officeDocument/2006/relationships/slideLayout" Target="../slideLayouts/slideLayout59.xml"/><Relationship Id="rId36" Type="http://schemas.openxmlformats.org/officeDocument/2006/relationships/slideLayout" Target="../slideLayouts/slideLayout81.xml"/><Relationship Id="rId17" Type="http://schemas.openxmlformats.org/officeDocument/2006/relationships/slideLayout" Target="../slideLayouts/slideLayout62.xml"/><Relationship Id="rId39" Type="http://schemas.openxmlformats.org/officeDocument/2006/relationships/slideLayout" Target="../slideLayouts/slideLayout84.xml"/><Relationship Id="rId16" Type="http://schemas.openxmlformats.org/officeDocument/2006/relationships/slideLayout" Target="../slideLayouts/slideLayout61.xml"/><Relationship Id="rId38" Type="http://schemas.openxmlformats.org/officeDocument/2006/relationships/slideLayout" Target="../slideLayouts/slideLayout83.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357" name="Shape 357"/>
        <p:cNvGrpSpPr/>
        <p:nvPr/>
      </p:nvGrpSpPr>
      <p:grpSpPr>
        <a:xfrm>
          <a:off x="0" y="0"/>
          <a:ext cx="0" cy="0"/>
          <a:chOff x="0" y="0"/>
          <a:chExt cx="0" cy="0"/>
        </a:xfrm>
      </p:grpSpPr>
      <p:sp>
        <p:nvSpPr>
          <p:cNvPr id="358" name="Google Shape;358;p47"/>
          <p:cNvSpPr txBox="1"/>
          <p:nvPr>
            <p:ph type="title"/>
          </p:nvPr>
        </p:nvSpPr>
        <p:spPr>
          <a:xfrm>
            <a:off x="441375" y="356475"/>
            <a:ext cx="2860200" cy="450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1pPr>
            <a:lvl2pPr lvl="1">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2pPr>
            <a:lvl3pPr lvl="2">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3pPr>
            <a:lvl4pPr lvl="3">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4pPr>
            <a:lvl5pPr lvl="4">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5pPr>
            <a:lvl6pPr lvl="5">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6pPr>
            <a:lvl7pPr lvl="6">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7pPr>
            <a:lvl8pPr lvl="7">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8pPr>
            <a:lvl9pPr lvl="8">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9pPr>
          </a:lstStyle>
          <a:p/>
        </p:txBody>
      </p:sp>
      <p:sp>
        <p:nvSpPr>
          <p:cNvPr id="359" name="Google Shape;359;p47"/>
          <p:cNvSpPr txBox="1"/>
          <p:nvPr>
            <p:ph idx="1" type="body"/>
          </p:nvPr>
        </p:nvSpPr>
        <p:spPr>
          <a:xfrm>
            <a:off x="477400" y="1551575"/>
            <a:ext cx="5666400" cy="2472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orient="horz" pos="144">
          <p15:clr>
            <a:srgbClr val="E46962"/>
          </p15:clr>
        </p15:guide>
        <p15:guide id="3" pos="144">
          <p15:clr>
            <a:srgbClr val="E46962"/>
          </p15:clr>
        </p15:guide>
        <p15:guide id="4" orient="horz" pos="309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hyperlink" Target="http://drive.google.com/file/d/11lBwIbxY0j4VJaDzq2ZnC-mbEpeH6j_q/view" TargetMode="Externa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hyperlink" Target="https://drive.google.com/file/d/1v98Q5sfKRA_Rb6ZHY3HAbQySK8ZublGE/view?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91"/>
          <p:cNvSpPr/>
          <p:nvPr/>
        </p:nvSpPr>
        <p:spPr>
          <a:xfrm>
            <a:off x="4629750" y="3219178"/>
            <a:ext cx="4229700" cy="1459800"/>
          </a:xfrm>
          <a:prstGeom prst="rect">
            <a:avLst/>
          </a:prstGeom>
          <a:solidFill>
            <a:srgbClr val="2543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653" name="Google Shape;653;p91"/>
          <p:cNvSpPr txBox="1"/>
          <p:nvPr>
            <p:ph type="title"/>
          </p:nvPr>
        </p:nvSpPr>
        <p:spPr>
          <a:xfrm>
            <a:off x="284850" y="474875"/>
            <a:ext cx="4227300" cy="115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Interview</a:t>
            </a:r>
            <a:br>
              <a:rPr lang="en"/>
            </a:br>
            <a:r>
              <a:rPr lang="en"/>
              <a:t>Warmup AI</a:t>
            </a:r>
            <a:endParaRPr/>
          </a:p>
        </p:txBody>
      </p:sp>
      <p:sp>
        <p:nvSpPr>
          <p:cNvPr id="654" name="Google Shape;654;p9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a:t>
            </a:r>
            <a:endParaRPr/>
          </a:p>
        </p:txBody>
      </p:sp>
      <p:sp>
        <p:nvSpPr>
          <p:cNvPr id="655" name="Google Shape;655;p91"/>
          <p:cNvSpPr txBox="1"/>
          <p:nvPr>
            <p:ph idx="2" type="title"/>
          </p:nvPr>
        </p:nvSpPr>
        <p:spPr>
          <a:xfrm>
            <a:off x="284850" y="478212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CMPE 280 : </a:t>
            </a:r>
            <a:r>
              <a:rPr lang="en"/>
              <a:t>Prof. Xiuduan Fang</a:t>
            </a:r>
            <a:endParaRPr/>
          </a:p>
        </p:txBody>
      </p:sp>
      <p:sp>
        <p:nvSpPr>
          <p:cNvPr id="656" name="Google Shape;656;p91"/>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rPr>
              <a:t>Divyam Savsaviya</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Nevil Padariya</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Nagaraj GK</a:t>
            </a:r>
            <a:endParaRPr sz="1500">
              <a:solidFill>
                <a:schemeClr val="dk1"/>
              </a:solidFill>
            </a:endParaRPr>
          </a:p>
        </p:txBody>
      </p:sp>
      <p:cxnSp>
        <p:nvCxnSpPr>
          <p:cNvPr id="657" name="Google Shape;657;p91"/>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1" name="Shape 661"/>
        <p:cNvGrpSpPr/>
        <p:nvPr/>
      </p:nvGrpSpPr>
      <p:grpSpPr>
        <a:xfrm>
          <a:off x="0" y="0"/>
          <a:ext cx="0" cy="0"/>
          <a:chOff x="0" y="0"/>
          <a:chExt cx="0" cy="0"/>
        </a:xfrm>
      </p:grpSpPr>
      <p:sp>
        <p:nvSpPr>
          <p:cNvPr id="662" name="Google Shape;662;p92"/>
          <p:cNvSpPr txBox="1"/>
          <p:nvPr>
            <p:ph type="title"/>
          </p:nvPr>
        </p:nvSpPr>
        <p:spPr>
          <a:xfrm>
            <a:off x="283850" y="285900"/>
            <a:ext cx="56742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Why</a:t>
            </a:r>
            <a:endParaRPr/>
          </a:p>
        </p:txBody>
      </p:sp>
      <p:sp>
        <p:nvSpPr>
          <p:cNvPr id="663" name="Google Shape;663;p92"/>
          <p:cNvSpPr txBox="1"/>
          <p:nvPr>
            <p:ph idx="1" type="body"/>
          </p:nvPr>
        </p:nvSpPr>
        <p:spPr>
          <a:xfrm>
            <a:off x="2457450" y="3716975"/>
            <a:ext cx="20550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Technical interviews are stressful, solitary experiences with high stakes and delayed feedback</a:t>
            </a:r>
            <a:endParaRPr/>
          </a:p>
        </p:txBody>
      </p:sp>
      <p:sp>
        <p:nvSpPr>
          <p:cNvPr id="664" name="Google Shape;664;p92"/>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New graduates, career switchers, and professionals anxious about "rust."</a:t>
            </a:r>
            <a:endParaRPr/>
          </a:p>
        </p:txBody>
      </p:sp>
      <p:sp>
        <p:nvSpPr>
          <p:cNvPr id="665" name="Google Shape;665;p92"/>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Practice without feedback reinforces bad habits. Candidates need a safe space to fail and iterate.</a:t>
            </a:r>
            <a:endParaRPr/>
          </a:p>
        </p:txBody>
      </p:sp>
      <p:sp>
        <p:nvSpPr>
          <p:cNvPr id="666" name="Google Shape;666;p92"/>
          <p:cNvSpPr/>
          <p:nvPr/>
        </p:nvSpPr>
        <p:spPr>
          <a:xfrm>
            <a:off x="2456701" y="3100825"/>
            <a:ext cx="493800" cy="493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01</a:t>
            </a:r>
            <a:endParaRPr>
              <a:solidFill>
                <a:schemeClr val="dk1"/>
              </a:solidFill>
              <a:latin typeface="Inter"/>
              <a:ea typeface="Inter"/>
              <a:cs typeface="Inter"/>
              <a:sym typeface="Inter"/>
            </a:endParaRPr>
          </a:p>
        </p:txBody>
      </p:sp>
      <p:sp>
        <p:nvSpPr>
          <p:cNvPr id="667" name="Google Shape;667;p92"/>
          <p:cNvSpPr/>
          <p:nvPr/>
        </p:nvSpPr>
        <p:spPr>
          <a:xfrm>
            <a:off x="4655042" y="3100836"/>
            <a:ext cx="493800" cy="493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02</a:t>
            </a:r>
            <a:endParaRPr>
              <a:solidFill>
                <a:schemeClr val="dk1"/>
              </a:solidFill>
              <a:latin typeface="Inter"/>
              <a:ea typeface="Inter"/>
              <a:cs typeface="Inter"/>
              <a:sym typeface="Inter"/>
            </a:endParaRPr>
          </a:p>
        </p:txBody>
      </p:sp>
      <p:sp>
        <p:nvSpPr>
          <p:cNvPr id="668" name="Google Shape;668;p92"/>
          <p:cNvSpPr/>
          <p:nvPr/>
        </p:nvSpPr>
        <p:spPr>
          <a:xfrm>
            <a:off x="6801409" y="3100825"/>
            <a:ext cx="493800" cy="493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03</a:t>
            </a:r>
            <a:endParaRPr>
              <a:solidFill>
                <a:schemeClr val="dk1"/>
              </a:solidFill>
              <a:latin typeface="Inter"/>
              <a:ea typeface="Inter"/>
              <a:cs typeface="Inter"/>
              <a:sym typeface="Inter"/>
            </a:endParaRPr>
          </a:p>
        </p:txBody>
      </p:sp>
      <p:cxnSp>
        <p:nvCxnSpPr>
          <p:cNvPr id="669" name="Google Shape;669;p92"/>
          <p:cNvCxnSpPr/>
          <p:nvPr/>
        </p:nvCxnSpPr>
        <p:spPr>
          <a:xfrm>
            <a:off x="283850" y="2910150"/>
            <a:ext cx="8573100" cy="0"/>
          </a:xfrm>
          <a:prstGeom prst="straightConnector1">
            <a:avLst/>
          </a:prstGeom>
          <a:noFill/>
          <a:ln cap="flat" cmpd="sng" w="9525">
            <a:solidFill>
              <a:schemeClr val="lt1"/>
            </a:solidFill>
            <a:prstDash val="solid"/>
            <a:round/>
            <a:headEnd len="med" w="med" type="none"/>
            <a:tailEnd len="med" w="med" type="none"/>
          </a:ln>
        </p:spPr>
      </p:cxnSp>
      <p:pic>
        <p:nvPicPr>
          <p:cNvPr id="670" name="Google Shape;670;p92"/>
          <p:cNvPicPr preferRelativeResize="0"/>
          <p:nvPr/>
        </p:nvPicPr>
        <p:blipFill rotWithShape="1">
          <a:blip r:embed="rId3">
            <a:alphaModFix/>
          </a:blip>
          <a:srcRect b="0" l="0" r="0" t="2629"/>
          <a:stretch/>
        </p:blipFill>
        <p:spPr>
          <a:xfrm>
            <a:off x="4684800" y="1489775"/>
            <a:ext cx="4271250" cy="1062275"/>
          </a:xfrm>
          <a:prstGeom prst="rect">
            <a:avLst/>
          </a:prstGeom>
          <a:noFill/>
          <a:ln>
            <a:noFill/>
          </a:ln>
        </p:spPr>
      </p:pic>
      <p:cxnSp>
        <p:nvCxnSpPr>
          <p:cNvPr id="671" name="Google Shape;671;p92"/>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
        <p:nvSpPr>
          <p:cNvPr id="672" name="Google Shape;672;p9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2</a:t>
            </a:r>
            <a:endParaRPr/>
          </a:p>
        </p:txBody>
      </p:sp>
      <p:sp>
        <p:nvSpPr>
          <p:cNvPr id="673" name="Google Shape;673;p92"/>
          <p:cNvSpPr txBox="1"/>
          <p:nvPr>
            <p:ph idx="2" type="title"/>
          </p:nvPr>
        </p:nvSpPr>
        <p:spPr>
          <a:xfrm>
            <a:off x="284850" y="478212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a:t>CMPE 280 : Prof. Xiuduan Fang</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cxnSp>
        <p:nvCxnSpPr>
          <p:cNvPr id="678" name="Google Shape;678;p93"/>
          <p:cNvCxnSpPr/>
          <p:nvPr/>
        </p:nvCxnSpPr>
        <p:spPr>
          <a:xfrm rot="10800000">
            <a:off x="-50" y="4682675"/>
            <a:ext cx="9144000" cy="0"/>
          </a:xfrm>
          <a:prstGeom prst="straightConnector1">
            <a:avLst/>
          </a:prstGeom>
          <a:noFill/>
          <a:ln cap="flat" cmpd="sng" w="9525">
            <a:solidFill>
              <a:schemeClr val="dk2"/>
            </a:solidFill>
            <a:prstDash val="solid"/>
            <a:round/>
            <a:headEnd len="med" w="med" type="none"/>
            <a:tailEnd len="med" w="med" type="none"/>
          </a:ln>
        </p:spPr>
      </p:cxnSp>
      <p:sp>
        <p:nvSpPr>
          <p:cNvPr id="679" name="Google Shape;679;p93"/>
          <p:cNvSpPr/>
          <p:nvPr/>
        </p:nvSpPr>
        <p:spPr>
          <a:xfrm>
            <a:off x="284850" y="1555575"/>
            <a:ext cx="1005000" cy="9657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680" name="Google Shape;680;p93"/>
          <p:cNvSpPr/>
          <p:nvPr/>
        </p:nvSpPr>
        <p:spPr>
          <a:xfrm>
            <a:off x="1736388" y="2636275"/>
            <a:ext cx="1005000" cy="965700"/>
          </a:xfrm>
          <a:prstGeom prst="roundRect">
            <a:avLst>
              <a:gd fmla="val 50000" name="adj"/>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681" name="Google Shape;681;p93"/>
          <p:cNvSpPr/>
          <p:nvPr/>
        </p:nvSpPr>
        <p:spPr>
          <a:xfrm>
            <a:off x="3185700" y="3716975"/>
            <a:ext cx="1005000" cy="965700"/>
          </a:xfrm>
          <a:prstGeom prst="roundRect">
            <a:avLst>
              <a:gd fmla="val 50000" name="adj"/>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cxnSp>
        <p:nvCxnSpPr>
          <p:cNvPr id="682" name="Google Shape;682;p93"/>
          <p:cNvCxnSpPr/>
          <p:nvPr/>
        </p:nvCxnSpPr>
        <p:spPr>
          <a:xfrm rot="10800000">
            <a:off x="-50" y="15520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683" name="Google Shape;683;p93"/>
          <p:cNvCxnSpPr/>
          <p:nvPr/>
        </p:nvCxnSpPr>
        <p:spPr>
          <a:xfrm rot="10800000">
            <a:off x="-50" y="26362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684" name="Google Shape;684;p93"/>
          <p:cNvCxnSpPr/>
          <p:nvPr/>
        </p:nvCxnSpPr>
        <p:spPr>
          <a:xfrm rot="10800000">
            <a:off x="-50" y="37169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685" name="Google Shape;685;p93"/>
          <p:cNvCxnSpPr/>
          <p:nvPr/>
        </p:nvCxnSpPr>
        <p:spPr>
          <a:xfrm rot="10800000">
            <a:off x="-50" y="3606550"/>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686" name="Google Shape;686;p93"/>
          <p:cNvCxnSpPr/>
          <p:nvPr/>
        </p:nvCxnSpPr>
        <p:spPr>
          <a:xfrm rot="10800000">
            <a:off x="-50" y="2525850"/>
            <a:ext cx="9144000" cy="0"/>
          </a:xfrm>
          <a:prstGeom prst="straightConnector1">
            <a:avLst/>
          </a:prstGeom>
          <a:noFill/>
          <a:ln cap="flat" cmpd="sng" w="9525">
            <a:solidFill>
              <a:schemeClr val="dk2"/>
            </a:solidFill>
            <a:prstDash val="solid"/>
            <a:round/>
            <a:headEnd len="med" w="med" type="none"/>
            <a:tailEnd len="med" w="med" type="none"/>
          </a:ln>
        </p:spPr>
      </p:cxnSp>
      <p:sp>
        <p:nvSpPr>
          <p:cNvPr id="687" name="Google Shape;687;p9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88" name="Google Shape;688;p93"/>
          <p:cNvSpPr txBox="1"/>
          <p:nvPr>
            <p:ph idx="7" type="title"/>
          </p:nvPr>
        </p:nvSpPr>
        <p:spPr>
          <a:xfrm>
            <a:off x="342678" y="4820184"/>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a:t>CMPE 280 : Prof. Xiuduan Fang</a:t>
            </a:r>
            <a:endParaRPr/>
          </a:p>
          <a:p>
            <a:pPr indent="0" lvl="0" marL="0" rtl="0" algn="l">
              <a:spcBef>
                <a:spcPts val="0"/>
              </a:spcBef>
              <a:spcAft>
                <a:spcPts val="0"/>
              </a:spcAft>
              <a:buNone/>
            </a:pPr>
            <a:r>
              <a:t/>
            </a:r>
            <a:endParaRPr/>
          </a:p>
        </p:txBody>
      </p:sp>
      <p:sp>
        <p:nvSpPr>
          <p:cNvPr id="689" name="Google Shape;689;p93"/>
          <p:cNvSpPr txBox="1"/>
          <p:nvPr>
            <p:ph idx="3" type="subTitle"/>
          </p:nvPr>
        </p:nvSpPr>
        <p:spPr>
          <a:xfrm>
            <a:off x="288625" y="1555575"/>
            <a:ext cx="1005000" cy="972000"/>
          </a:xfrm>
          <a:prstGeom prst="rect">
            <a:avLst/>
          </a:prstGeom>
          <a:solidFill>
            <a:schemeClr val="accent2"/>
          </a:solidFill>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01</a:t>
            </a:r>
            <a:endParaRPr>
              <a:solidFill>
                <a:schemeClr val="lt1"/>
              </a:solidFill>
            </a:endParaRPr>
          </a:p>
        </p:txBody>
      </p:sp>
      <p:sp>
        <p:nvSpPr>
          <p:cNvPr id="690" name="Google Shape;690;p93"/>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sub-500ms latency feels like a human conversation.</a:t>
            </a:r>
            <a:endParaRPr/>
          </a:p>
        </p:txBody>
      </p:sp>
      <p:sp>
        <p:nvSpPr>
          <p:cNvPr id="691" name="Google Shape;691;p93"/>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Clean </a:t>
            </a:r>
            <a:r>
              <a:rPr lang="en"/>
              <a:t>UI UX with no distractions, focused hierarchy, and semantic color feedback.</a:t>
            </a:r>
            <a:endParaRPr/>
          </a:p>
        </p:txBody>
      </p:sp>
      <p:sp>
        <p:nvSpPr>
          <p:cNvPr id="692" name="Google Shape;692;p93"/>
          <p:cNvSpPr txBox="1"/>
          <p:nvPr>
            <p:ph type="title"/>
          </p:nvPr>
        </p:nvSpPr>
        <p:spPr>
          <a:xfrm>
            <a:off x="283850" y="285900"/>
            <a:ext cx="85728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AI Voice agent interviews you and gives instant feedback</a:t>
            </a:r>
            <a:endParaRPr/>
          </a:p>
        </p:txBody>
      </p:sp>
      <p:sp>
        <p:nvSpPr>
          <p:cNvPr id="693" name="Google Shape;693;p93"/>
          <p:cNvSpPr txBox="1"/>
          <p:nvPr>
            <p:ph idx="6" type="body"/>
          </p:nvPr>
        </p:nvSpPr>
        <p:spPr>
          <a:xfrm>
            <a:off x="1736400" y="1553875"/>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Generates custom questions from your actual resume and background.</a:t>
            </a:r>
            <a:endParaRPr/>
          </a:p>
        </p:txBody>
      </p:sp>
      <p:sp>
        <p:nvSpPr>
          <p:cNvPr id="694" name="Google Shape;694;p93"/>
          <p:cNvSpPr txBox="1"/>
          <p:nvPr>
            <p:ph idx="2" type="subTitle"/>
          </p:nvPr>
        </p:nvSpPr>
        <p:spPr>
          <a:xfrm>
            <a:off x="1736388" y="2636275"/>
            <a:ext cx="1005000" cy="972000"/>
          </a:xfrm>
          <a:prstGeom prst="rect">
            <a:avLst/>
          </a:prstGeom>
          <a:solidFill>
            <a:schemeClr val="accent3"/>
          </a:solidFill>
        </p:spPr>
        <p:txBody>
          <a:bodyPr anchorCtr="0" anchor="ctr" bIns="0" lIns="0" spcFirstLastPara="1" rIns="0" wrap="square" tIns="0">
            <a:normAutofit/>
          </a:bodyPr>
          <a:lstStyle/>
          <a:p>
            <a:pPr indent="0" lvl="0" marL="0" rtl="0" algn="ctr">
              <a:spcBef>
                <a:spcPts val="0"/>
              </a:spcBef>
              <a:spcAft>
                <a:spcPts val="0"/>
              </a:spcAft>
              <a:buNone/>
            </a:pPr>
            <a:r>
              <a:rPr lang="en"/>
              <a:t>02</a:t>
            </a:r>
            <a:endParaRPr/>
          </a:p>
        </p:txBody>
      </p:sp>
      <p:sp>
        <p:nvSpPr>
          <p:cNvPr id="695" name="Google Shape;695;p93"/>
          <p:cNvSpPr txBox="1"/>
          <p:nvPr>
            <p:ph idx="1" type="subTitle"/>
          </p:nvPr>
        </p:nvSpPr>
        <p:spPr>
          <a:xfrm>
            <a:off x="3185700" y="3716975"/>
            <a:ext cx="1005000" cy="972000"/>
          </a:xfrm>
          <a:prstGeom prst="rect">
            <a:avLst/>
          </a:prstGeom>
          <a:solidFill>
            <a:schemeClr val="accent5"/>
          </a:solidFill>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03</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9" name="Shape 699"/>
        <p:cNvGrpSpPr/>
        <p:nvPr/>
      </p:nvGrpSpPr>
      <p:grpSpPr>
        <a:xfrm>
          <a:off x="0" y="0"/>
          <a:ext cx="0" cy="0"/>
          <a:chOff x="0" y="0"/>
          <a:chExt cx="0" cy="0"/>
        </a:xfrm>
      </p:grpSpPr>
      <p:sp>
        <p:nvSpPr>
          <p:cNvPr id="700" name="Google Shape;700;p94"/>
          <p:cNvSpPr/>
          <p:nvPr/>
        </p:nvSpPr>
        <p:spPr>
          <a:xfrm>
            <a:off x="228600" y="3331263"/>
            <a:ext cx="2085300" cy="523200"/>
          </a:xfrm>
          <a:prstGeom prst="roundRect">
            <a:avLst>
              <a:gd fmla="val 26895" name="adj"/>
            </a:avLst>
          </a:prstGeom>
          <a:solidFill>
            <a:srgbClr val="2543FF"/>
          </a:solidFill>
          <a:ln>
            <a:noFill/>
          </a:ln>
        </p:spPr>
        <p:txBody>
          <a:bodyPr anchorCtr="0" anchor="ctr" bIns="91425" lIns="164575" spcFirstLastPara="1" rIns="91425" wrap="square" tIns="91425">
            <a:noAutofit/>
          </a:bodyPr>
          <a:lstStyle/>
          <a:p>
            <a:pPr indent="0" lvl="0" marL="0" rtl="0" algn="l">
              <a:spcBef>
                <a:spcPts val="0"/>
              </a:spcBef>
              <a:spcAft>
                <a:spcPts val="0"/>
              </a:spcAft>
              <a:buNone/>
            </a:pPr>
            <a:r>
              <a:t/>
            </a:r>
            <a:endParaRPr sz="1200">
              <a:solidFill>
                <a:schemeClr val="lt1"/>
              </a:solidFill>
              <a:latin typeface="Plus Jakarta Sans"/>
              <a:ea typeface="Plus Jakarta Sans"/>
              <a:cs typeface="Plus Jakarta Sans"/>
              <a:sym typeface="Plus Jakarta Sans"/>
            </a:endParaRPr>
          </a:p>
        </p:txBody>
      </p:sp>
      <p:sp>
        <p:nvSpPr>
          <p:cNvPr id="701" name="Google Shape;701;p94"/>
          <p:cNvSpPr/>
          <p:nvPr/>
        </p:nvSpPr>
        <p:spPr>
          <a:xfrm>
            <a:off x="2429100" y="3331263"/>
            <a:ext cx="2085300" cy="523200"/>
          </a:xfrm>
          <a:prstGeom prst="roundRect">
            <a:avLst>
              <a:gd fmla="val 26895" name="adj"/>
            </a:avLst>
          </a:prstGeom>
          <a:solidFill>
            <a:srgbClr val="2543FF"/>
          </a:solidFill>
          <a:ln>
            <a:noFill/>
          </a:ln>
        </p:spPr>
        <p:txBody>
          <a:bodyPr anchorCtr="0" anchor="ctr" bIns="91425" lIns="164575" spcFirstLastPara="1" rIns="91425" wrap="square" tIns="91425">
            <a:noAutofit/>
          </a:bodyPr>
          <a:lstStyle/>
          <a:p>
            <a:pPr indent="0" lvl="0" marL="0" rtl="0" algn="l">
              <a:spcBef>
                <a:spcPts val="0"/>
              </a:spcBef>
              <a:spcAft>
                <a:spcPts val="0"/>
              </a:spcAft>
              <a:buNone/>
            </a:pPr>
            <a:r>
              <a:t/>
            </a:r>
            <a:endParaRPr sz="1200">
              <a:solidFill>
                <a:schemeClr val="lt1"/>
              </a:solidFill>
              <a:latin typeface="Plus Jakarta Sans Medium"/>
              <a:ea typeface="Plus Jakarta Sans Medium"/>
              <a:cs typeface="Plus Jakarta Sans Medium"/>
              <a:sym typeface="Plus Jakarta Sans Medium"/>
            </a:endParaRPr>
          </a:p>
        </p:txBody>
      </p:sp>
      <p:sp>
        <p:nvSpPr>
          <p:cNvPr id="702" name="Google Shape;702;p94"/>
          <p:cNvSpPr/>
          <p:nvPr/>
        </p:nvSpPr>
        <p:spPr>
          <a:xfrm>
            <a:off x="4629600" y="3331263"/>
            <a:ext cx="2085300" cy="523200"/>
          </a:xfrm>
          <a:prstGeom prst="roundRect">
            <a:avLst>
              <a:gd fmla="val 26895" name="adj"/>
            </a:avLst>
          </a:prstGeom>
          <a:solidFill>
            <a:srgbClr val="2543FF"/>
          </a:solidFill>
          <a:ln>
            <a:noFill/>
          </a:ln>
        </p:spPr>
        <p:txBody>
          <a:bodyPr anchorCtr="0" anchor="ctr" bIns="91425" lIns="164575" spcFirstLastPara="1" rIns="91425" wrap="square" tIns="91425">
            <a:noAutofit/>
          </a:bodyPr>
          <a:lstStyle/>
          <a:p>
            <a:pPr indent="0" lvl="0" marL="0" rtl="0" algn="l">
              <a:spcBef>
                <a:spcPts val="0"/>
              </a:spcBef>
              <a:spcAft>
                <a:spcPts val="0"/>
              </a:spcAft>
              <a:buNone/>
            </a:pPr>
            <a:r>
              <a:t/>
            </a:r>
            <a:endParaRPr sz="1200">
              <a:solidFill>
                <a:schemeClr val="lt1"/>
              </a:solidFill>
              <a:latin typeface="Plus Jakarta Sans Medium"/>
              <a:ea typeface="Plus Jakarta Sans Medium"/>
              <a:cs typeface="Plus Jakarta Sans Medium"/>
              <a:sym typeface="Plus Jakarta Sans Medium"/>
            </a:endParaRPr>
          </a:p>
        </p:txBody>
      </p:sp>
      <p:sp>
        <p:nvSpPr>
          <p:cNvPr id="703" name="Google Shape;703;p94"/>
          <p:cNvSpPr/>
          <p:nvPr/>
        </p:nvSpPr>
        <p:spPr>
          <a:xfrm>
            <a:off x="6830100" y="3331263"/>
            <a:ext cx="2085300" cy="523200"/>
          </a:xfrm>
          <a:prstGeom prst="roundRect">
            <a:avLst>
              <a:gd fmla="val 26895" name="adj"/>
            </a:avLst>
          </a:prstGeom>
          <a:solidFill>
            <a:srgbClr val="2543FF"/>
          </a:solidFill>
          <a:ln>
            <a:noFill/>
          </a:ln>
        </p:spPr>
        <p:txBody>
          <a:bodyPr anchorCtr="0" anchor="ctr" bIns="91425" lIns="164575" spcFirstLastPara="1" rIns="91425" wrap="square" tIns="91425">
            <a:noAutofit/>
          </a:bodyPr>
          <a:lstStyle/>
          <a:p>
            <a:pPr indent="0" lvl="0" marL="0" rtl="0" algn="l">
              <a:spcBef>
                <a:spcPts val="0"/>
              </a:spcBef>
              <a:spcAft>
                <a:spcPts val="0"/>
              </a:spcAft>
              <a:buNone/>
            </a:pPr>
            <a:r>
              <a:t/>
            </a:r>
            <a:endParaRPr sz="1200">
              <a:solidFill>
                <a:schemeClr val="dk1"/>
              </a:solidFill>
              <a:latin typeface="Plus Jakarta Sans Medium"/>
              <a:ea typeface="Plus Jakarta Sans Medium"/>
              <a:cs typeface="Plus Jakarta Sans Medium"/>
              <a:sym typeface="Plus Jakarta Sans Medium"/>
            </a:endParaRPr>
          </a:p>
        </p:txBody>
      </p:sp>
      <p:sp>
        <p:nvSpPr>
          <p:cNvPr id="704" name="Google Shape;704;p94"/>
          <p:cNvSpPr txBox="1"/>
          <p:nvPr>
            <p:ph type="title"/>
          </p:nvPr>
        </p:nvSpPr>
        <p:spPr>
          <a:xfrm>
            <a:off x="228600" y="228600"/>
            <a:ext cx="64803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rgbClr val="1F1F1F"/>
                </a:solidFill>
              </a:rPr>
              <a:t>How</a:t>
            </a:r>
            <a:endParaRPr>
              <a:solidFill>
                <a:srgbClr val="1F1F1F"/>
              </a:solidFill>
            </a:endParaRPr>
          </a:p>
        </p:txBody>
      </p:sp>
      <p:sp>
        <p:nvSpPr>
          <p:cNvPr id="705" name="Google Shape;705;p94"/>
          <p:cNvSpPr txBox="1"/>
          <p:nvPr>
            <p:ph idx="1" type="body"/>
          </p:nvPr>
        </p:nvSpPr>
        <p:spPr>
          <a:xfrm>
            <a:off x="318600" y="4041925"/>
            <a:ext cx="1914300" cy="153900"/>
          </a:xfrm>
          <a:prstGeom prst="rect">
            <a:avLst/>
          </a:prstGeom>
        </p:spPr>
        <p:txBody>
          <a:bodyPr anchorCtr="0" anchor="t" bIns="0" lIns="0" spcFirstLastPara="1" rIns="0" wrap="square" tIns="0">
            <a:spAutoFit/>
          </a:bodyPr>
          <a:lstStyle/>
          <a:p>
            <a:pPr indent="0" lvl="0" marL="0" rtl="0" algn="l">
              <a:spcBef>
                <a:spcPts val="0"/>
              </a:spcBef>
              <a:spcAft>
                <a:spcPts val="800"/>
              </a:spcAft>
              <a:buNone/>
            </a:pPr>
            <a:r>
              <a:rPr lang="en">
                <a:solidFill>
                  <a:schemeClr val="dk1"/>
                </a:solidFill>
              </a:rPr>
              <a:t>React (Vite) + Tailwind CSS</a:t>
            </a:r>
            <a:endParaRPr>
              <a:solidFill>
                <a:schemeClr val="dk1"/>
              </a:solidFill>
            </a:endParaRPr>
          </a:p>
        </p:txBody>
      </p:sp>
      <p:sp>
        <p:nvSpPr>
          <p:cNvPr id="706" name="Google Shape;706;p94"/>
          <p:cNvSpPr txBox="1"/>
          <p:nvPr>
            <p:ph idx="2" type="body"/>
          </p:nvPr>
        </p:nvSpPr>
        <p:spPr>
          <a:xfrm>
            <a:off x="6911100" y="4041925"/>
            <a:ext cx="1914300" cy="507900"/>
          </a:xfrm>
          <a:prstGeom prst="rect">
            <a:avLst/>
          </a:prstGeom>
        </p:spPr>
        <p:txBody>
          <a:bodyPr anchorCtr="0" anchor="t" bIns="0" lIns="0" spcFirstLastPara="1" rIns="0" wrap="square" tIns="0">
            <a:spAutoFit/>
          </a:bodyPr>
          <a:lstStyle/>
          <a:p>
            <a:pPr indent="0" lvl="0" marL="0" rtl="0" algn="l">
              <a:spcBef>
                <a:spcPts val="0"/>
              </a:spcBef>
              <a:spcAft>
                <a:spcPts val="800"/>
              </a:spcAft>
              <a:buNone/>
            </a:pPr>
            <a:r>
              <a:rPr lang="en">
                <a:solidFill>
                  <a:schemeClr val="dk1"/>
                </a:solidFill>
              </a:rPr>
              <a:t>React useRef buffers for holding audio streams without re-renders</a:t>
            </a:r>
            <a:endParaRPr>
              <a:solidFill>
                <a:schemeClr val="dk1"/>
              </a:solidFill>
            </a:endParaRPr>
          </a:p>
        </p:txBody>
      </p:sp>
      <p:sp>
        <p:nvSpPr>
          <p:cNvPr id="707" name="Google Shape;707;p94"/>
          <p:cNvSpPr txBox="1"/>
          <p:nvPr>
            <p:ph idx="3" type="body"/>
          </p:nvPr>
        </p:nvSpPr>
        <p:spPr>
          <a:xfrm>
            <a:off x="2516100" y="4041925"/>
            <a:ext cx="1914300" cy="153900"/>
          </a:xfrm>
          <a:prstGeom prst="rect">
            <a:avLst/>
          </a:prstGeom>
        </p:spPr>
        <p:txBody>
          <a:bodyPr anchorCtr="0" anchor="t" bIns="0" lIns="0" spcFirstLastPara="1" rIns="0" wrap="square" tIns="0">
            <a:spAutoFit/>
          </a:bodyPr>
          <a:lstStyle/>
          <a:p>
            <a:pPr indent="0" lvl="0" marL="0" rtl="0" algn="l">
              <a:spcBef>
                <a:spcPts val="0"/>
              </a:spcBef>
              <a:spcAft>
                <a:spcPts val="800"/>
              </a:spcAft>
              <a:buNone/>
            </a:pPr>
            <a:r>
              <a:rPr lang="en">
                <a:solidFill>
                  <a:schemeClr val="dk1"/>
                </a:solidFill>
              </a:rPr>
              <a:t>Node.js + Express</a:t>
            </a:r>
            <a:endParaRPr>
              <a:solidFill>
                <a:schemeClr val="dk1"/>
              </a:solidFill>
            </a:endParaRPr>
          </a:p>
        </p:txBody>
      </p:sp>
      <p:sp>
        <p:nvSpPr>
          <p:cNvPr id="708" name="Google Shape;708;p94"/>
          <p:cNvSpPr txBox="1"/>
          <p:nvPr>
            <p:ph idx="4" type="body"/>
          </p:nvPr>
        </p:nvSpPr>
        <p:spPr>
          <a:xfrm>
            <a:off x="4713588" y="4041925"/>
            <a:ext cx="1914300" cy="684900"/>
          </a:xfrm>
          <a:prstGeom prst="rect">
            <a:avLst/>
          </a:prstGeom>
        </p:spPr>
        <p:txBody>
          <a:bodyPr anchorCtr="0" anchor="t" bIns="0" lIns="0" spcFirstLastPara="1" rIns="0" wrap="square" tIns="0">
            <a:spAutoFit/>
          </a:bodyPr>
          <a:lstStyle/>
          <a:p>
            <a:pPr indent="0" lvl="0" marL="0" rtl="0" algn="l">
              <a:spcBef>
                <a:spcPts val="0"/>
              </a:spcBef>
              <a:spcAft>
                <a:spcPts val="800"/>
              </a:spcAft>
              <a:buNone/>
            </a:pPr>
            <a:r>
              <a:rPr lang="en">
                <a:solidFill>
                  <a:schemeClr val="dk1"/>
                </a:solidFill>
              </a:rPr>
              <a:t>Persistent full-duplex audio stream via webRTC </a:t>
            </a:r>
            <a:br>
              <a:rPr lang="en">
                <a:solidFill>
                  <a:schemeClr val="dk1"/>
                </a:solidFill>
              </a:rPr>
            </a:br>
            <a:r>
              <a:rPr lang="en">
                <a:solidFill>
                  <a:schemeClr val="dk1"/>
                </a:solidFill>
              </a:rPr>
              <a:t>(no traditional HTTP request/response loop)</a:t>
            </a:r>
            <a:endParaRPr>
              <a:solidFill>
                <a:schemeClr val="dk1"/>
              </a:solidFill>
            </a:endParaRPr>
          </a:p>
        </p:txBody>
      </p:sp>
      <p:sp>
        <p:nvSpPr>
          <p:cNvPr id="709" name="Google Shape;709;p94"/>
          <p:cNvSpPr txBox="1"/>
          <p:nvPr>
            <p:ph idx="5" type="subTitle"/>
          </p:nvPr>
        </p:nvSpPr>
        <p:spPr>
          <a:xfrm>
            <a:off x="381950" y="3469012"/>
            <a:ext cx="1854900" cy="3141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t>Frontend</a:t>
            </a:r>
            <a:endParaRPr/>
          </a:p>
        </p:txBody>
      </p:sp>
      <p:sp>
        <p:nvSpPr>
          <p:cNvPr id="710" name="Google Shape;710;p94"/>
          <p:cNvSpPr txBox="1"/>
          <p:nvPr>
            <p:ph idx="6" type="subTitle"/>
          </p:nvPr>
        </p:nvSpPr>
        <p:spPr>
          <a:xfrm>
            <a:off x="2574000" y="3469012"/>
            <a:ext cx="1854900" cy="3141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t>Backend</a:t>
            </a:r>
            <a:endParaRPr/>
          </a:p>
        </p:txBody>
      </p:sp>
      <p:sp>
        <p:nvSpPr>
          <p:cNvPr id="711" name="Google Shape;711;p94"/>
          <p:cNvSpPr txBox="1"/>
          <p:nvPr>
            <p:ph idx="7" type="subTitle"/>
          </p:nvPr>
        </p:nvSpPr>
        <p:spPr>
          <a:xfrm>
            <a:off x="4806538" y="3469012"/>
            <a:ext cx="1822800" cy="3141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t>AI/API</a:t>
            </a:r>
            <a:endParaRPr/>
          </a:p>
        </p:txBody>
      </p:sp>
      <p:sp>
        <p:nvSpPr>
          <p:cNvPr id="712" name="Google Shape;712;p94"/>
          <p:cNvSpPr txBox="1"/>
          <p:nvPr>
            <p:ph idx="8" type="subTitle"/>
          </p:nvPr>
        </p:nvSpPr>
        <p:spPr>
          <a:xfrm>
            <a:off x="7007100" y="3469012"/>
            <a:ext cx="1822800" cy="3141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t>State Management:</a:t>
            </a:r>
            <a:endParaRPr/>
          </a:p>
        </p:txBody>
      </p:sp>
      <p:pic>
        <p:nvPicPr>
          <p:cNvPr id="713" name="Google Shape;713;p94"/>
          <p:cNvPicPr preferRelativeResize="0"/>
          <p:nvPr/>
        </p:nvPicPr>
        <p:blipFill>
          <a:blip r:embed="rId3">
            <a:alphaModFix/>
          </a:blip>
          <a:stretch>
            <a:fillRect/>
          </a:stretch>
        </p:blipFill>
        <p:spPr>
          <a:xfrm>
            <a:off x="2267876" y="668088"/>
            <a:ext cx="4608247" cy="235836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95"/>
          <p:cNvSpPr/>
          <p:nvPr/>
        </p:nvSpPr>
        <p:spPr>
          <a:xfrm>
            <a:off x="4688775" y="1030775"/>
            <a:ext cx="4227300" cy="1465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719" name="Google Shape;719;p95"/>
          <p:cNvSpPr/>
          <p:nvPr/>
        </p:nvSpPr>
        <p:spPr>
          <a:xfrm>
            <a:off x="4688775" y="2496875"/>
            <a:ext cx="4227300" cy="1465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720" name="Google Shape;720;p95"/>
          <p:cNvSpPr txBox="1"/>
          <p:nvPr>
            <p:ph idx="1" type="subTitle"/>
          </p:nvPr>
        </p:nvSpPr>
        <p:spPr>
          <a:xfrm>
            <a:off x="4688025" y="1030775"/>
            <a:ext cx="3679200" cy="357600"/>
          </a:xfrm>
          <a:prstGeom prst="rect">
            <a:avLst/>
          </a:prstGeom>
        </p:spPr>
        <p:txBody>
          <a:bodyPr anchorCtr="0" anchor="t" bIns="0" lIns="182875" spcFirstLastPara="1" rIns="0" wrap="square" tIns="182875">
            <a:noAutofit/>
          </a:bodyPr>
          <a:lstStyle/>
          <a:p>
            <a:pPr indent="0" lvl="0" marL="0" rtl="0" algn="l">
              <a:spcBef>
                <a:spcPts val="0"/>
              </a:spcBef>
              <a:spcAft>
                <a:spcPts val="0"/>
              </a:spcAft>
              <a:buNone/>
            </a:pPr>
            <a:r>
              <a:rPr lang="en">
                <a:solidFill>
                  <a:schemeClr val="lt1"/>
                </a:solidFill>
              </a:rPr>
              <a:t>99</a:t>
            </a:r>
            <a:endParaRPr>
              <a:solidFill>
                <a:schemeClr val="lt1"/>
              </a:solidFill>
            </a:endParaRPr>
          </a:p>
        </p:txBody>
      </p:sp>
      <p:sp>
        <p:nvSpPr>
          <p:cNvPr id="721" name="Google Shape;721;p9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22" name="Google Shape;722;p95"/>
          <p:cNvSpPr txBox="1"/>
          <p:nvPr>
            <p:ph type="title"/>
          </p:nvPr>
        </p:nvSpPr>
        <p:spPr>
          <a:xfrm>
            <a:off x="283850" y="285900"/>
            <a:ext cx="27648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Metrics</a:t>
            </a:r>
            <a:endParaRPr/>
          </a:p>
        </p:txBody>
      </p:sp>
      <p:sp>
        <p:nvSpPr>
          <p:cNvPr id="723" name="Google Shape;723;p95"/>
          <p:cNvSpPr txBox="1"/>
          <p:nvPr>
            <p:ph idx="2" type="body"/>
          </p:nvPr>
        </p:nvSpPr>
        <p:spPr>
          <a:xfrm>
            <a:off x="4688475" y="1530975"/>
            <a:ext cx="3521400" cy="8043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solidFill>
                  <a:schemeClr val="lt1"/>
                </a:solidFill>
              </a:rPr>
              <a:t>Lighthouse </a:t>
            </a:r>
            <a:r>
              <a:rPr lang="en">
                <a:solidFill>
                  <a:schemeClr val="lt1"/>
                </a:solidFill>
              </a:rPr>
              <a:t>Accessibility per key flow </a:t>
            </a:r>
            <a:br>
              <a:rPr lang="en">
                <a:solidFill>
                  <a:schemeClr val="lt1"/>
                </a:solidFill>
              </a:rPr>
            </a:br>
            <a:r>
              <a:rPr lang="en">
                <a:solidFill>
                  <a:schemeClr val="lt1"/>
                </a:solidFill>
              </a:rPr>
              <a:t>reflects contrast + aria-labels + keyboard nav,</a:t>
            </a:r>
            <a:endParaRPr>
              <a:solidFill>
                <a:schemeClr val="lt1"/>
              </a:solidFill>
            </a:endParaRPr>
          </a:p>
        </p:txBody>
      </p:sp>
      <p:sp>
        <p:nvSpPr>
          <p:cNvPr id="724" name="Google Shape;724;p95"/>
          <p:cNvSpPr txBox="1"/>
          <p:nvPr>
            <p:ph idx="5" type="subTitle"/>
          </p:nvPr>
        </p:nvSpPr>
        <p:spPr>
          <a:xfrm>
            <a:off x="4688025" y="2496725"/>
            <a:ext cx="3679200" cy="357600"/>
          </a:xfrm>
          <a:prstGeom prst="rect">
            <a:avLst/>
          </a:prstGeom>
        </p:spPr>
        <p:txBody>
          <a:bodyPr anchorCtr="0" anchor="t" bIns="0" lIns="182875" spcFirstLastPara="1" rIns="0" wrap="square" tIns="182875">
            <a:noAutofit/>
          </a:bodyPr>
          <a:lstStyle/>
          <a:p>
            <a:pPr indent="0" lvl="0" marL="0" rtl="0" algn="l">
              <a:spcBef>
                <a:spcPts val="0"/>
              </a:spcBef>
              <a:spcAft>
                <a:spcPts val="0"/>
              </a:spcAft>
              <a:buNone/>
            </a:pPr>
            <a:r>
              <a:rPr lang="en">
                <a:solidFill>
                  <a:schemeClr val="lt1"/>
                </a:solidFill>
              </a:rPr>
              <a:t>100</a:t>
            </a:r>
            <a:endParaRPr>
              <a:solidFill>
                <a:schemeClr val="lt1"/>
              </a:solidFill>
            </a:endParaRPr>
          </a:p>
        </p:txBody>
      </p:sp>
      <p:sp>
        <p:nvSpPr>
          <p:cNvPr id="725" name="Google Shape;725;p95"/>
          <p:cNvSpPr txBox="1"/>
          <p:nvPr>
            <p:ph idx="6" type="body"/>
          </p:nvPr>
        </p:nvSpPr>
        <p:spPr>
          <a:xfrm>
            <a:off x="4688475" y="2996925"/>
            <a:ext cx="3858300" cy="8043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solidFill>
                  <a:schemeClr val="lt1"/>
                </a:solidFill>
              </a:rPr>
              <a:t>Performance from Vite + minimal lazy loading of payloads</a:t>
            </a:r>
            <a:endParaRPr>
              <a:solidFill>
                <a:schemeClr val="lt1"/>
              </a:solidFill>
            </a:endParaRPr>
          </a:p>
        </p:txBody>
      </p:sp>
      <p:cxnSp>
        <p:nvCxnSpPr>
          <p:cNvPr id="726" name="Google Shape;726;p95"/>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727" name="Google Shape;727;p95"/>
          <p:cNvSpPr txBox="1"/>
          <p:nvPr>
            <p:ph idx="3" type="title"/>
          </p:nvPr>
        </p:nvSpPr>
        <p:spPr>
          <a:xfrm>
            <a:off x="284850" y="478212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CMPE 280 : Prof. Xiuduan Fang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cxnSp>
        <p:nvCxnSpPr>
          <p:cNvPr id="732" name="Google Shape;732;p96"/>
          <p:cNvCxnSpPr/>
          <p:nvPr/>
        </p:nvCxnSpPr>
        <p:spPr>
          <a:xfrm rot="10800000">
            <a:off x="-50" y="1552075"/>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733" name="Google Shape;733;p96"/>
          <p:cNvCxnSpPr/>
          <p:nvPr/>
        </p:nvCxnSpPr>
        <p:spPr>
          <a:xfrm rot="10800000">
            <a:off x="-50" y="2636275"/>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734" name="Google Shape;734;p96"/>
          <p:cNvCxnSpPr/>
          <p:nvPr/>
        </p:nvCxnSpPr>
        <p:spPr>
          <a:xfrm rot="10800000">
            <a:off x="-50" y="3716975"/>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735" name="Google Shape;735;p96"/>
          <p:cNvCxnSpPr/>
          <p:nvPr/>
        </p:nvCxnSpPr>
        <p:spPr>
          <a:xfrm rot="10800000">
            <a:off x="-50" y="3606550"/>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736" name="Google Shape;736;p96"/>
          <p:cNvCxnSpPr/>
          <p:nvPr/>
        </p:nvCxnSpPr>
        <p:spPr>
          <a:xfrm rot="10800000">
            <a:off x="-50" y="2525850"/>
            <a:ext cx="9144000" cy="0"/>
          </a:xfrm>
          <a:prstGeom prst="straightConnector1">
            <a:avLst/>
          </a:prstGeom>
          <a:noFill/>
          <a:ln cap="flat" cmpd="sng" w="9525">
            <a:solidFill>
              <a:schemeClr val="lt1"/>
            </a:solidFill>
            <a:prstDash val="solid"/>
            <a:round/>
            <a:headEnd len="med" w="med" type="none"/>
            <a:tailEnd len="med" w="med" type="none"/>
          </a:ln>
        </p:spPr>
      </p:cxnSp>
      <p:sp>
        <p:nvSpPr>
          <p:cNvPr id="737" name="Google Shape;737;p96"/>
          <p:cNvSpPr/>
          <p:nvPr/>
        </p:nvSpPr>
        <p:spPr>
          <a:xfrm>
            <a:off x="5010751" y="1908469"/>
            <a:ext cx="548688" cy="259912"/>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38" name="Google Shape;738;p96"/>
          <p:cNvSpPr/>
          <p:nvPr/>
        </p:nvSpPr>
        <p:spPr>
          <a:xfrm>
            <a:off x="5010751" y="2989169"/>
            <a:ext cx="548688" cy="259912"/>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39" name="Google Shape;739;p96"/>
          <p:cNvSpPr/>
          <p:nvPr/>
        </p:nvSpPr>
        <p:spPr>
          <a:xfrm>
            <a:off x="5010751" y="4069869"/>
            <a:ext cx="548688" cy="259911"/>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40" name="Google Shape;740;p96"/>
          <p:cNvSpPr txBox="1"/>
          <p:nvPr>
            <p:ph type="title"/>
          </p:nvPr>
        </p:nvSpPr>
        <p:spPr>
          <a:xfrm>
            <a:off x="283850" y="285900"/>
            <a:ext cx="4227600" cy="23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Lessons learned and Future work</a:t>
            </a:r>
            <a:endParaRPr/>
          </a:p>
        </p:txBody>
      </p:sp>
      <p:sp>
        <p:nvSpPr>
          <p:cNvPr id="741" name="Google Shape;741;p96"/>
          <p:cNvSpPr txBox="1"/>
          <p:nvPr>
            <p:ph idx="4" type="title"/>
          </p:nvPr>
        </p:nvSpPr>
        <p:spPr>
          <a:xfrm>
            <a:off x="504325" y="47976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CMPE 280 : Prof. Xiuduan Fang</a:t>
            </a:r>
            <a:endParaRPr/>
          </a:p>
          <a:p>
            <a:pPr indent="0" lvl="0" marL="0" rtl="0" algn="l">
              <a:spcBef>
                <a:spcPts val="0"/>
              </a:spcBef>
              <a:spcAft>
                <a:spcPts val="0"/>
              </a:spcAft>
              <a:buClr>
                <a:schemeClr val="lt1"/>
              </a:buClr>
              <a:buSzPts val="1100"/>
              <a:buNone/>
            </a:pPr>
            <a:r>
              <a:t/>
            </a:r>
            <a:endParaRPr/>
          </a:p>
        </p:txBody>
      </p:sp>
      <p:sp>
        <p:nvSpPr>
          <p:cNvPr id="742" name="Google Shape;742;p96"/>
          <p:cNvSpPr txBox="1"/>
          <p:nvPr>
            <p:ph idx="1" type="body"/>
          </p:nvPr>
        </p:nvSpPr>
        <p:spPr>
          <a:xfrm>
            <a:off x="6091950" y="1553875"/>
            <a:ext cx="27648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Switched to OpenAI Realtime API (WebRTC) to achieve true &lt;500ms conversational latency.</a:t>
            </a:r>
            <a:endParaRPr/>
          </a:p>
        </p:txBody>
      </p:sp>
      <p:sp>
        <p:nvSpPr>
          <p:cNvPr id="743" name="Google Shape;743;p96"/>
          <p:cNvSpPr txBox="1"/>
          <p:nvPr>
            <p:ph idx="2" type="body"/>
          </p:nvPr>
        </p:nvSpPr>
        <p:spPr>
          <a:xfrm>
            <a:off x="6091950" y="2635425"/>
            <a:ext cx="27648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Enables personalized learning paths instead of one-off practice sessions.</a:t>
            </a:r>
            <a:endParaRPr/>
          </a:p>
        </p:txBody>
      </p:sp>
      <p:sp>
        <p:nvSpPr>
          <p:cNvPr id="744" name="Google Shape;744;p96"/>
          <p:cNvSpPr txBox="1"/>
          <p:nvPr>
            <p:ph idx="6" type="subTitle"/>
          </p:nvPr>
        </p:nvSpPr>
        <p:spPr>
          <a:xfrm>
            <a:off x="288625" y="1555575"/>
            <a:ext cx="4509600" cy="9720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sz="2400"/>
              <a:t>Traditional pipelines (Transcribe -&gt; LLM -&gt; TTS)</a:t>
            </a:r>
            <a:endParaRPr sz="2400"/>
          </a:p>
        </p:txBody>
      </p:sp>
      <p:sp>
        <p:nvSpPr>
          <p:cNvPr id="745" name="Google Shape;745;p96"/>
          <p:cNvSpPr txBox="1"/>
          <p:nvPr>
            <p:ph idx="7" type="subTitle"/>
          </p:nvPr>
        </p:nvSpPr>
        <p:spPr>
          <a:xfrm>
            <a:off x="288625" y="2636275"/>
            <a:ext cx="4509600" cy="9720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sz="2400"/>
              <a:t>Long-term Journeys</a:t>
            </a:r>
            <a:endParaRPr sz="2400"/>
          </a:p>
        </p:txBody>
      </p:sp>
      <p:sp>
        <p:nvSpPr>
          <p:cNvPr id="746" name="Google Shape;746;p96"/>
          <p:cNvSpPr txBox="1"/>
          <p:nvPr>
            <p:ph idx="8" type="subTitle"/>
          </p:nvPr>
        </p:nvSpPr>
        <p:spPr>
          <a:xfrm>
            <a:off x="288625" y="3716975"/>
            <a:ext cx="4509600" cy="9720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sz="2400"/>
              <a:t>Tone Analysis</a:t>
            </a:r>
            <a:endParaRPr sz="2400"/>
          </a:p>
        </p:txBody>
      </p:sp>
      <p:sp>
        <p:nvSpPr>
          <p:cNvPr id="747" name="Google Shape;747;p96"/>
          <p:cNvSpPr txBox="1"/>
          <p:nvPr>
            <p:ph idx="3" type="body"/>
          </p:nvPr>
        </p:nvSpPr>
        <p:spPr>
          <a:xfrm>
            <a:off x="6091950" y="3706763"/>
            <a:ext cx="27648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Future plan to add full speech-based interview modes with real-time tone and sentiment analysis.</a:t>
            </a:r>
            <a:endParaRPr/>
          </a:p>
        </p:txBody>
      </p:sp>
      <p:sp>
        <p:nvSpPr>
          <p:cNvPr id="748" name="Google Shape;748;p9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cxnSp>
        <p:nvCxnSpPr>
          <p:cNvPr id="749" name="Google Shape;749;p96"/>
          <p:cNvCxnSpPr/>
          <p:nvPr/>
        </p:nvCxnSpPr>
        <p:spPr>
          <a:xfrm rot="10800000">
            <a:off x="-50" y="4682675"/>
            <a:ext cx="91440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97"/>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Thanks</a:t>
            </a:r>
            <a:endParaRPr/>
          </a:p>
        </p:txBody>
      </p:sp>
      <p:cxnSp>
        <p:nvCxnSpPr>
          <p:cNvPr id="755" name="Google Shape;755;p97"/>
          <p:cNvCxnSpPr/>
          <p:nvPr/>
        </p:nvCxnSpPr>
        <p:spPr>
          <a:xfrm>
            <a:off x="283850" y="289571"/>
            <a:ext cx="8573100" cy="0"/>
          </a:xfrm>
          <a:prstGeom prst="straightConnector1">
            <a:avLst/>
          </a:prstGeom>
          <a:noFill/>
          <a:ln cap="flat" cmpd="sng" w="9525">
            <a:solidFill>
              <a:schemeClr val="dk1"/>
            </a:solidFill>
            <a:prstDash val="solid"/>
            <a:round/>
            <a:headEnd len="med" w="med" type="none"/>
            <a:tailEnd len="med" w="med" type="none"/>
          </a:ln>
        </p:spPr>
      </p:cxnSp>
      <p:sp>
        <p:nvSpPr>
          <p:cNvPr id="756" name="Google Shape;756;p97"/>
          <p:cNvSpPr txBox="1"/>
          <p:nvPr/>
        </p:nvSpPr>
        <p:spPr>
          <a:xfrm>
            <a:off x="3487350" y="3528250"/>
            <a:ext cx="5197500" cy="1077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2900">
                <a:solidFill>
                  <a:schemeClr val="dk1"/>
                </a:solidFill>
                <a:latin typeface="Inter"/>
                <a:ea typeface="Inter"/>
                <a:cs typeface="Inter"/>
                <a:sym typeface="Inter"/>
              </a:rPr>
              <a:t>Before you interview, </a:t>
            </a:r>
            <a:endParaRPr sz="2900">
              <a:solidFill>
                <a:schemeClr val="dk1"/>
              </a:solidFill>
              <a:latin typeface="Inter"/>
              <a:ea typeface="Inter"/>
              <a:cs typeface="Inter"/>
              <a:sym typeface="Inter"/>
            </a:endParaRPr>
          </a:p>
          <a:p>
            <a:pPr indent="0" lvl="0" marL="0" rtl="0" algn="r">
              <a:spcBef>
                <a:spcPts val="0"/>
              </a:spcBef>
              <a:spcAft>
                <a:spcPts val="0"/>
              </a:spcAft>
              <a:buNone/>
            </a:pPr>
            <a:r>
              <a:rPr lang="en" sz="2900">
                <a:solidFill>
                  <a:schemeClr val="dk1"/>
                </a:solidFill>
                <a:latin typeface="Inter"/>
                <a:ea typeface="Inter"/>
                <a:cs typeface="Inter"/>
                <a:sym typeface="Inter"/>
              </a:rPr>
              <a:t>get warmed up</a:t>
            </a:r>
            <a:endParaRPr sz="2900">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0" name="Shape 760"/>
        <p:cNvGrpSpPr/>
        <p:nvPr/>
      </p:nvGrpSpPr>
      <p:grpSpPr>
        <a:xfrm>
          <a:off x="0" y="0"/>
          <a:ext cx="0" cy="0"/>
          <a:chOff x="0" y="0"/>
          <a:chExt cx="0" cy="0"/>
        </a:xfrm>
      </p:grpSpPr>
      <p:sp>
        <p:nvSpPr>
          <p:cNvPr id="761" name="Google Shape;761;p9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solidFill>
                  <a:schemeClr val="lt1"/>
                </a:solidFill>
              </a:rPr>
              <a:t>5</a:t>
            </a:r>
            <a:endParaRPr>
              <a:solidFill>
                <a:schemeClr val="lt1"/>
              </a:solidFill>
            </a:endParaRPr>
          </a:p>
        </p:txBody>
      </p:sp>
      <p:sp>
        <p:nvSpPr>
          <p:cNvPr id="762" name="Google Shape;762;p98"/>
          <p:cNvSpPr txBox="1"/>
          <p:nvPr>
            <p:ph idx="4294967295" type="title"/>
          </p:nvPr>
        </p:nvSpPr>
        <p:spPr>
          <a:xfrm>
            <a:off x="284850" y="478212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a:t>CMPE 280 : Prof. Xiuduan Fang</a:t>
            </a:r>
            <a:endParaRPr/>
          </a:p>
        </p:txBody>
      </p:sp>
      <p:sp>
        <p:nvSpPr>
          <p:cNvPr id="763" name="Google Shape;763;p98"/>
          <p:cNvSpPr txBox="1"/>
          <p:nvPr>
            <p:ph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 12/11/2025</a:t>
            </a:r>
            <a:endParaRPr/>
          </a:p>
        </p:txBody>
      </p:sp>
      <p:cxnSp>
        <p:nvCxnSpPr>
          <p:cNvPr id="764" name="Google Shape;764;p98"/>
          <p:cNvCxnSpPr/>
          <p:nvPr/>
        </p:nvCxnSpPr>
        <p:spPr>
          <a:xfrm>
            <a:off x="285450" y="4702834"/>
            <a:ext cx="8573100" cy="0"/>
          </a:xfrm>
          <a:prstGeom prst="straightConnector1">
            <a:avLst/>
          </a:prstGeom>
          <a:noFill/>
          <a:ln cap="flat" cmpd="sng" w="9525">
            <a:solidFill>
              <a:schemeClr val="lt1"/>
            </a:solidFill>
            <a:prstDash val="solid"/>
            <a:round/>
            <a:headEnd len="med" w="med" type="none"/>
            <a:tailEnd len="med" w="med" type="none"/>
          </a:ln>
        </p:spPr>
      </p:cxnSp>
      <p:pic>
        <p:nvPicPr>
          <p:cNvPr id="765" name="Google Shape;765;p98" title="Final Demo.mp4">
            <a:hlinkClick r:id="rId3"/>
          </p:cNvPr>
          <p:cNvPicPr preferRelativeResize="0"/>
          <p:nvPr/>
        </p:nvPicPr>
        <p:blipFill>
          <a:blip r:embed="rId4">
            <a:alphaModFix/>
          </a:blip>
          <a:stretch>
            <a:fillRect/>
          </a:stretch>
        </p:blipFill>
        <p:spPr>
          <a:xfrm>
            <a:off x="283850" y="268257"/>
            <a:ext cx="8573103" cy="432021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99"/>
          <p:cNvSpPr txBox="1"/>
          <p:nvPr/>
        </p:nvSpPr>
        <p:spPr>
          <a:xfrm>
            <a:off x="0" y="2321175"/>
            <a:ext cx="9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Metrics Docs: </a:t>
            </a:r>
            <a:r>
              <a:rPr lang="en" u="sng">
                <a:solidFill>
                  <a:schemeClr val="dk1"/>
                </a:solidFill>
                <a:hlinkClick r:id="rId3">
                  <a:extLst>
                    <a:ext uri="{A12FA001-AC4F-418D-AE19-62706E023703}">
                      <ahyp:hlinkClr val="tx"/>
                    </a:ext>
                  </a:extLst>
                </a:hlinkClick>
              </a:rPr>
              <a:t>https://drive.google.com/file/d/1v98Q5sfKRA_Rb6ZHY3HAbQySK8ZublGE/view?usp=sharing</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op Facilitation">
  <a:themeElements>
    <a:clrScheme name="Simple Light">
      <a:dk1>
        <a:srgbClr val="10100F"/>
      </a:dk1>
      <a:lt1>
        <a:srgbClr val="F8F3EC"/>
      </a:lt1>
      <a:dk2>
        <a:srgbClr val="810100"/>
      </a:dk2>
      <a:lt2>
        <a:srgbClr val="F8F3EC"/>
      </a:lt2>
      <a:accent1>
        <a:srgbClr val="B82D2D"/>
      </a:accent1>
      <a:accent2>
        <a:srgbClr val="FB6058"/>
      </a:accent2>
      <a:accent3>
        <a:srgbClr val="FFD979"/>
      </a:accent3>
      <a:accent4>
        <a:srgbClr val="FFADA8"/>
      </a:accent4>
      <a:accent5>
        <a:srgbClr val="570100"/>
      </a:accent5>
      <a:accent6>
        <a:srgbClr val="303030"/>
      </a:accent6>
      <a:hlink>
        <a:srgbClr val="FC60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